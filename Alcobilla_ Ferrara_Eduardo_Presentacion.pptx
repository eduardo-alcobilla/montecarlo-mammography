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9" r:id="rId3"/>
    <p:sldId id="268" r:id="rId4"/>
    <p:sldId id="267" r:id="rId5"/>
    <p:sldId id="256" r:id="rId6"/>
    <p:sldId id="270" r:id="rId7"/>
    <p:sldId id="258" r:id="rId8"/>
    <p:sldId id="260" r:id="rId9"/>
    <p:sldId id="266" r:id="rId10"/>
    <p:sldId id="264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E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365687-43CA-41EA-9423-2CC8D845752F}" v="530" dt="2026-06-20T16:50:37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5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COBILLA FERRARA, EDUARDO" userId="881512c4-6746-4e13-ba69-1bcb5f55f502" providerId="ADAL" clId="{DA51D077-8C7E-4A10-81E1-3A027E8361E1}"/>
    <pc:docChg chg="undo custSel addSld modSld sldOrd">
      <pc:chgData name="ALCOBILLA FERRARA, EDUARDO" userId="881512c4-6746-4e13-ba69-1bcb5f55f502" providerId="ADAL" clId="{DA51D077-8C7E-4A10-81E1-3A027E8361E1}" dt="2026-06-20T16:50:37.103" v="3325"/>
      <pc:docMkLst>
        <pc:docMk/>
      </pc:docMkLst>
      <pc:sldChg chg="addSp delSp modSp mod">
        <pc:chgData name="ALCOBILLA FERRARA, EDUARDO" userId="881512c4-6746-4e13-ba69-1bcb5f55f502" providerId="ADAL" clId="{DA51D077-8C7E-4A10-81E1-3A027E8361E1}" dt="2026-06-20T12:51:56.444" v="3296" actId="1076"/>
        <pc:sldMkLst>
          <pc:docMk/>
          <pc:sldMk cId="970705895" sldId="256"/>
        </pc:sldMkLst>
        <pc:spChg chg="add del mod">
          <ac:chgData name="ALCOBILLA FERRARA, EDUARDO" userId="881512c4-6746-4e13-ba69-1bcb5f55f502" providerId="ADAL" clId="{DA51D077-8C7E-4A10-81E1-3A027E8361E1}" dt="2026-06-20T12:47:14.810" v="3231" actId="478"/>
          <ac:spMkLst>
            <pc:docMk/>
            <pc:sldMk cId="970705895" sldId="256"/>
            <ac:spMk id="3" creationId="{4A68655B-B8B6-CE97-B1A8-0EF390BC9343}"/>
          </ac:spMkLst>
        </pc:spChg>
        <pc:spChg chg="add mod ord">
          <ac:chgData name="ALCOBILLA FERRARA, EDUARDO" userId="881512c4-6746-4e13-ba69-1bcb5f55f502" providerId="ADAL" clId="{DA51D077-8C7E-4A10-81E1-3A027E8361E1}" dt="2026-06-20T12:35:22.491" v="3119" actId="14100"/>
          <ac:spMkLst>
            <pc:docMk/>
            <pc:sldMk cId="970705895" sldId="256"/>
            <ac:spMk id="4" creationId="{74E8A06D-4DAF-C8D8-6C30-3EC8E1E05516}"/>
          </ac:spMkLst>
        </pc:spChg>
        <pc:spChg chg="add mod">
          <ac:chgData name="ALCOBILLA FERRARA, EDUARDO" userId="881512c4-6746-4e13-ba69-1bcb5f55f502" providerId="ADAL" clId="{DA51D077-8C7E-4A10-81E1-3A027E8361E1}" dt="2026-06-20T12:32:08.141" v="3092" actId="1076"/>
          <ac:spMkLst>
            <pc:docMk/>
            <pc:sldMk cId="970705895" sldId="256"/>
            <ac:spMk id="6" creationId="{EB80CEEE-6F52-33E9-CA86-6BA75E44D11C}"/>
          </ac:spMkLst>
        </pc:spChg>
        <pc:spChg chg="mod ord">
          <ac:chgData name="ALCOBILLA FERRARA, EDUARDO" userId="881512c4-6746-4e13-ba69-1bcb5f55f502" providerId="ADAL" clId="{DA51D077-8C7E-4A10-81E1-3A027E8361E1}" dt="2026-06-20T12:34:48.080" v="3111" actId="1076"/>
          <ac:spMkLst>
            <pc:docMk/>
            <pc:sldMk cId="970705895" sldId="256"/>
            <ac:spMk id="7" creationId="{3A3B3F92-356E-21B7-5F30-CD417B0A90F1}"/>
          </ac:spMkLst>
        </pc:spChg>
        <pc:spChg chg="del">
          <ac:chgData name="ALCOBILLA FERRARA, EDUARDO" userId="881512c4-6746-4e13-ba69-1bcb5f55f502" providerId="ADAL" clId="{DA51D077-8C7E-4A10-81E1-3A027E8361E1}" dt="2026-06-20T12:23:31.952" v="3004" actId="478"/>
          <ac:spMkLst>
            <pc:docMk/>
            <pc:sldMk cId="970705895" sldId="256"/>
            <ac:spMk id="8" creationId="{8F7174F1-B083-1F85-29F8-4B5F98A676BC}"/>
          </ac:spMkLst>
        </pc:spChg>
        <pc:spChg chg="mod">
          <ac:chgData name="ALCOBILLA FERRARA, EDUARDO" userId="881512c4-6746-4e13-ba69-1bcb5f55f502" providerId="ADAL" clId="{DA51D077-8C7E-4A10-81E1-3A027E8361E1}" dt="2026-06-20T12:33:22.742" v="3101" actId="1076"/>
          <ac:spMkLst>
            <pc:docMk/>
            <pc:sldMk cId="970705895" sldId="256"/>
            <ac:spMk id="9" creationId="{DE821B90-809E-CC8A-64CB-A3BC2D4FB153}"/>
          </ac:spMkLst>
        </pc:spChg>
        <pc:spChg chg="mod">
          <ac:chgData name="ALCOBILLA FERRARA, EDUARDO" userId="881512c4-6746-4e13-ba69-1bcb5f55f502" providerId="ADAL" clId="{DA51D077-8C7E-4A10-81E1-3A027E8361E1}" dt="2026-06-20T12:33:12.373" v="3100" actId="1076"/>
          <ac:spMkLst>
            <pc:docMk/>
            <pc:sldMk cId="970705895" sldId="256"/>
            <ac:spMk id="10" creationId="{CE15401D-B714-8776-492A-372D9EEA4C4B}"/>
          </ac:spMkLst>
        </pc:spChg>
        <pc:spChg chg="del">
          <ac:chgData name="ALCOBILLA FERRARA, EDUARDO" userId="881512c4-6746-4e13-ba69-1bcb5f55f502" providerId="ADAL" clId="{DA51D077-8C7E-4A10-81E1-3A027E8361E1}" dt="2026-06-20T12:16:46.742" v="2944" actId="478"/>
          <ac:spMkLst>
            <pc:docMk/>
            <pc:sldMk cId="970705895" sldId="256"/>
            <ac:spMk id="11" creationId="{73FABD96-0E18-B903-532C-BC8614CEBD6E}"/>
          </ac:spMkLst>
        </pc:spChg>
        <pc:spChg chg="mod">
          <ac:chgData name="ALCOBILLA FERRARA, EDUARDO" userId="881512c4-6746-4e13-ba69-1bcb5f55f502" providerId="ADAL" clId="{DA51D077-8C7E-4A10-81E1-3A027E8361E1}" dt="2026-06-20T12:25:29.036" v="3022" actId="1076"/>
          <ac:spMkLst>
            <pc:docMk/>
            <pc:sldMk cId="970705895" sldId="256"/>
            <ac:spMk id="12" creationId="{CFD7291D-A5CA-F604-B226-6B4C2A88EBD1}"/>
          </ac:spMkLst>
        </pc:spChg>
        <pc:spChg chg="mod">
          <ac:chgData name="ALCOBILLA FERRARA, EDUARDO" userId="881512c4-6746-4e13-ba69-1bcb5f55f502" providerId="ADAL" clId="{DA51D077-8C7E-4A10-81E1-3A027E8361E1}" dt="2026-06-20T12:25:47.095" v="3024" actId="1076"/>
          <ac:spMkLst>
            <pc:docMk/>
            <pc:sldMk cId="970705895" sldId="256"/>
            <ac:spMk id="13" creationId="{0095CA89-1270-E1D6-FC10-B9A474BAD063}"/>
          </ac:spMkLst>
        </pc:spChg>
        <pc:spChg chg="del">
          <ac:chgData name="ALCOBILLA FERRARA, EDUARDO" userId="881512c4-6746-4e13-ba69-1bcb5f55f502" providerId="ADAL" clId="{DA51D077-8C7E-4A10-81E1-3A027E8361E1}" dt="2026-06-20T12:22:54.435" v="3000" actId="478"/>
          <ac:spMkLst>
            <pc:docMk/>
            <pc:sldMk cId="970705895" sldId="256"/>
            <ac:spMk id="14" creationId="{8EDEC024-6CAA-DA33-DF07-3E5A1530669A}"/>
          </ac:spMkLst>
        </pc:spChg>
        <pc:spChg chg="mod">
          <ac:chgData name="ALCOBILLA FERRARA, EDUARDO" userId="881512c4-6746-4e13-ba69-1bcb5f55f502" providerId="ADAL" clId="{DA51D077-8C7E-4A10-81E1-3A027E8361E1}" dt="2026-06-20T12:29:17.599" v="3061" actId="1076"/>
          <ac:spMkLst>
            <pc:docMk/>
            <pc:sldMk cId="970705895" sldId="256"/>
            <ac:spMk id="15" creationId="{7F153A96-F967-8405-BD8C-B6C0A2CF39AB}"/>
          </ac:spMkLst>
        </pc:spChg>
        <pc:spChg chg="del">
          <ac:chgData name="ALCOBILLA FERRARA, EDUARDO" userId="881512c4-6746-4e13-ba69-1bcb5f55f502" providerId="ADAL" clId="{DA51D077-8C7E-4A10-81E1-3A027E8361E1}" dt="2026-06-20T12:22:52.140" v="2999" actId="478"/>
          <ac:spMkLst>
            <pc:docMk/>
            <pc:sldMk cId="970705895" sldId="256"/>
            <ac:spMk id="17" creationId="{5AA11F56-E3A8-1559-88BA-B80D2D0623CB}"/>
          </ac:spMkLst>
        </pc:spChg>
        <pc:spChg chg="mod">
          <ac:chgData name="ALCOBILLA FERRARA, EDUARDO" userId="881512c4-6746-4e13-ba69-1bcb5f55f502" providerId="ADAL" clId="{DA51D077-8C7E-4A10-81E1-3A027E8361E1}" dt="2026-06-20T12:24:17.235" v="3011" actId="1076"/>
          <ac:spMkLst>
            <pc:docMk/>
            <pc:sldMk cId="970705895" sldId="256"/>
            <ac:spMk id="18" creationId="{62C7EB64-5AF1-8D5F-F36B-F6E724214B34}"/>
          </ac:spMkLst>
        </pc:spChg>
        <pc:spChg chg="mod">
          <ac:chgData name="ALCOBILLA FERRARA, EDUARDO" userId="881512c4-6746-4e13-ba69-1bcb5f55f502" providerId="ADAL" clId="{DA51D077-8C7E-4A10-81E1-3A027E8361E1}" dt="2026-06-20T12:25:25.117" v="3021" actId="1076"/>
          <ac:spMkLst>
            <pc:docMk/>
            <pc:sldMk cId="970705895" sldId="256"/>
            <ac:spMk id="19" creationId="{AE6B2FAD-2A05-9212-DA5C-683E647E688D}"/>
          </ac:spMkLst>
        </pc:spChg>
        <pc:spChg chg="del">
          <ac:chgData name="ALCOBILLA FERRARA, EDUARDO" userId="881512c4-6746-4e13-ba69-1bcb5f55f502" providerId="ADAL" clId="{DA51D077-8C7E-4A10-81E1-3A027E8361E1}" dt="2026-06-20T12:17:53.573" v="2956" actId="478"/>
          <ac:spMkLst>
            <pc:docMk/>
            <pc:sldMk cId="970705895" sldId="256"/>
            <ac:spMk id="20" creationId="{A6142F90-A323-4C6E-705C-A4959EA33F47}"/>
          </ac:spMkLst>
        </pc:spChg>
        <pc:spChg chg="mod">
          <ac:chgData name="ALCOBILLA FERRARA, EDUARDO" userId="881512c4-6746-4e13-ba69-1bcb5f55f502" providerId="ADAL" clId="{DA51D077-8C7E-4A10-81E1-3A027E8361E1}" dt="2026-06-20T12:24:51.423" v="3017" actId="1076"/>
          <ac:spMkLst>
            <pc:docMk/>
            <pc:sldMk cId="970705895" sldId="256"/>
            <ac:spMk id="21" creationId="{42543853-0485-270F-5B6F-D7A3536BC0B3}"/>
          </ac:spMkLst>
        </pc:spChg>
        <pc:spChg chg="mod">
          <ac:chgData name="ALCOBILLA FERRARA, EDUARDO" userId="881512c4-6746-4e13-ba69-1bcb5f55f502" providerId="ADAL" clId="{DA51D077-8C7E-4A10-81E1-3A027E8361E1}" dt="2026-06-20T12:25:16.075" v="3020" actId="1076"/>
          <ac:spMkLst>
            <pc:docMk/>
            <pc:sldMk cId="970705895" sldId="256"/>
            <ac:spMk id="22" creationId="{C031BA4B-D915-2BB5-DE04-2EFDD48EA737}"/>
          </ac:spMkLst>
        </pc:spChg>
        <pc:spChg chg="del">
          <ac:chgData name="ALCOBILLA FERRARA, EDUARDO" userId="881512c4-6746-4e13-ba69-1bcb5f55f502" providerId="ADAL" clId="{DA51D077-8C7E-4A10-81E1-3A027E8361E1}" dt="2026-06-20T12:17:51.090" v="2955" actId="478"/>
          <ac:spMkLst>
            <pc:docMk/>
            <pc:sldMk cId="970705895" sldId="256"/>
            <ac:spMk id="23" creationId="{3A0F95C3-0F8A-5045-560B-2140A51D9B7E}"/>
          </ac:spMkLst>
        </pc:spChg>
        <pc:spChg chg="mod">
          <ac:chgData name="ALCOBILLA FERRARA, EDUARDO" userId="881512c4-6746-4e13-ba69-1bcb5f55f502" providerId="ADAL" clId="{DA51D077-8C7E-4A10-81E1-3A027E8361E1}" dt="2026-06-20T12:24:59.235" v="3018" actId="1076"/>
          <ac:spMkLst>
            <pc:docMk/>
            <pc:sldMk cId="970705895" sldId="256"/>
            <ac:spMk id="24" creationId="{A0DA8E05-7C71-595E-4A6F-16D25770AD16}"/>
          </ac:spMkLst>
        </pc:spChg>
        <pc:spChg chg="mod">
          <ac:chgData name="ALCOBILLA FERRARA, EDUARDO" userId="881512c4-6746-4e13-ba69-1bcb5f55f502" providerId="ADAL" clId="{DA51D077-8C7E-4A10-81E1-3A027E8361E1}" dt="2026-06-20T12:25:06.647" v="3019" actId="1076"/>
          <ac:spMkLst>
            <pc:docMk/>
            <pc:sldMk cId="970705895" sldId="256"/>
            <ac:spMk id="25" creationId="{5DDC253B-731A-EB3F-4395-A464C1F88490}"/>
          </ac:spMkLst>
        </pc:spChg>
        <pc:spChg chg="del">
          <ac:chgData name="ALCOBILLA FERRARA, EDUARDO" userId="881512c4-6746-4e13-ba69-1bcb5f55f502" providerId="ADAL" clId="{DA51D077-8C7E-4A10-81E1-3A027E8361E1}" dt="2026-06-20T12:17:47.779" v="2954" actId="478"/>
          <ac:spMkLst>
            <pc:docMk/>
            <pc:sldMk cId="970705895" sldId="256"/>
            <ac:spMk id="26" creationId="{0D28603D-580E-DE4A-673E-2FA25F3B7C0B}"/>
          </ac:spMkLst>
        </pc:spChg>
        <pc:spChg chg="mod">
          <ac:chgData name="ALCOBILLA FERRARA, EDUARDO" userId="881512c4-6746-4e13-ba69-1bcb5f55f502" providerId="ADAL" clId="{DA51D077-8C7E-4A10-81E1-3A027E8361E1}" dt="2026-06-20T12:18:15.211" v="2959" actId="1076"/>
          <ac:spMkLst>
            <pc:docMk/>
            <pc:sldMk cId="970705895" sldId="256"/>
            <ac:spMk id="27" creationId="{1239DB54-F7AE-52FE-838E-9264E8435925}"/>
          </ac:spMkLst>
        </pc:spChg>
        <pc:spChg chg="mod">
          <ac:chgData name="ALCOBILLA FERRARA, EDUARDO" userId="881512c4-6746-4e13-ba69-1bcb5f55f502" providerId="ADAL" clId="{DA51D077-8C7E-4A10-81E1-3A027E8361E1}" dt="2026-06-20T12:18:03.865" v="2957" actId="1076"/>
          <ac:spMkLst>
            <pc:docMk/>
            <pc:sldMk cId="970705895" sldId="256"/>
            <ac:spMk id="28" creationId="{A5E1D4CF-83BA-785F-EEA5-2644B4FEDFA1}"/>
          </ac:spMkLst>
        </pc:spChg>
        <pc:spChg chg="del">
          <ac:chgData name="ALCOBILLA FERRARA, EDUARDO" userId="881512c4-6746-4e13-ba69-1bcb5f55f502" providerId="ADAL" clId="{DA51D077-8C7E-4A10-81E1-3A027E8361E1}" dt="2026-06-20T12:17:44.431" v="2953" actId="478"/>
          <ac:spMkLst>
            <pc:docMk/>
            <pc:sldMk cId="970705895" sldId="256"/>
            <ac:spMk id="29" creationId="{9C98C6A7-4A83-40CA-BF98-E426C61457C0}"/>
          </ac:spMkLst>
        </pc:spChg>
        <pc:spChg chg="mod">
          <ac:chgData name="ALCOBILLA FERRARA, EDUARDO" userId="881512c4-6746-4e13-ba69-1bcb5f55f502" providerId="ADAL" clId="{DA51D077-8C7E-4A10-81E1-3A027E8361E1}" dt="2026-06-20T12:18:20.165" v="2961" actId="1076"/>
          <ac:spMkLst>
            <pc:docMk/>
            <pc:sldMk cId="970705895" sldId="256"/>
            <ac:spMk id="30" creationId="{630E897D-5684-419E-BE53-14B4E66DCE8F}"/>
          </ac:spMkLst>
        </pc:spChg>
        <pc:spChg chg="mod">
          <ac:chgData name="ALCOBILLA FERRARA, EDUARDO" userId="881512c4-6746-4e13-ba69-1bcb5f55f502" providerId="ADAL" clId="{DA51D077-8C7E-4A10-81E1-3A027E8361E1}" dt="2026-06-20T12:38:50.057" v="3144" actId="1076"/>
          <ac:spMkLst>
            <pc:docMk/>
            <pc:sldMk cId="970705895" sldId="256"/>
            <ac:spMk id="31" creationId="{FBA46186-0BD5-D210-CB38-AA490CEC15EC}"/>
          </ac:spMkLst>
        </pc:spChg>
        <pc:spChg chg="mod">
          <ac:chgData name="ALCOBILLA FERRARA, EDUARDO" userId="881512c4-6746-4e13-ba69-1bcb5f55f502" providerId="ADAL" clId="{DA51D077-8C7E-4A10-81E1-3A027E8361E1}" dt="2026-06-20T12:18:50.012" v="2965" actId="1076"/>
          <ac:spMkLst>
            <pc:docMk/>
            <pc:sldMk cId="970705895" sldId="256"/>
            <ac:spMk id="32" creationId="{0DFA93FA-98AC-3173-EEDE-114DB599754D}"/>
          </ac:spMkLst>
        </pc:spChg>
        <pc:spChg chg="mod">
          <ac:chgData name="ALCOBILLA FERRARA, EDUARDO" userId="881512c4-6746-4e13-ba69-1bcb5f55f502" providerId="ADAL" clId="{DA51D077-8C7E-4A10-81E1-3A027E8361E1}" dt="2026-06-20T12:18:28.281" v="2962" actId="1076"/>
          <ac:spMkLst>
            <pc:docMk/>
            <pc:sldMk cId="970705895" sldId="256"/>
            <ac:spMk id="33" creationId="{057F6D3C-4889-7D8F-47C9-6A3BB39D53F9}"/>
          </ac:spMkLst>
        </pc:spChg>
        <pc:spChg chg="del">
          <ac:chgData name="ALCOBILLA FERRARA, EDUARDO" userId="881512c4-6746-4e13-ba69-1bcb5f55f502" providerId="ADAL" clId="{DA51D077-8C7E-4A10-81E1-3A027E8361E1}" dt="2026-06-20T12:17:41.463" v="2952" actId="478"/>
          <ac:spMkLst>
            <pc:docMk/>
            <pc:sldMk cId="970705895" sldId="256"/>
            <ac:spMk id="34" creationId="{F975DAF5-285E-9E96-BAE0-C75557C9A45F}"/>
          </ac:spMkLst>
        </pc:spChg>
        <pc:spChg chg="mod">
          <ac:chgData name="ALCOBILLA FERRARA, EDUARDO" userId="881512c4-6746-4e13-ba69-1bcb5f55f502" providerId="ADAL" clId="{DA51D077-8C7E-4A10-81E1-3A027E8361E1}" dt="2026-06-20T12:37:09.521" v="3135" actId="1076"/>
          <ac:spMkLst>
            <pc:docMk/>
            <pc:sldMk cId="970705895" sldId="256"/>
            <ac:spMk id="35" creationId="{9B2CDB4C-F1F8-8283-6682-34E2C9AE97F2}"/>
          </ac:spMkLst>
        </pc:spChg>
        <pc:spChg chg="mod">
          <ac:chgData name="ALCOBILLA FERRARA, EDUARDO" userId="881512c4-6746-4e13-ba69-1bcb5f55f502" providerId="ADAL" clId="{DA51D077-8C7E-4A10-81E1-3A027E8361E1}" dt="2026-06-20T12:42:15.263" v="3175" actId="14100"/>
          <ac:spMkLst>
            <pc:docMk/>
            <pc:sldMk cId="970705895" sldId="256"/>
            <ac:spMk id="40" creationId="{EF01FFD8-0A60-CB17-F7DE-C2ACD68A56AC}"/>
          </ac:spMkLst>
        </pc:spChg>
        <pc:spChg chg="mod">
          <ac:chgData name="ALCOBILLA FERRARA, EDUARDO" userId="881512c4-6746-4e13-ba69-1bcb5f55f502" providerId="ADAL" clId="{DA51D077-8C7E-4A10-81E1-3A027E8361E1}" dt="2026-06-20T12:42:01.673" v="3173" actId="1076"/>
          <ac:spMkLst>
            <pc:docMk/>
            <pc:sldMk cId="970705895" sldId="256"/>
            <ac:spMk id="41" creationId="{41BAE359-D7E9-9301-ADEA-09F6C401F1C3}"/>
          </ac:spMkLst>
        </pc:spChg>
        <pc:spChg chg="mod">
          <ac:chgData name="ALCOBILLA FERRARA, EDUARDO" userId="881512c4-6746-4e13-ba69-1bcb5f55f502" providerId="ADAL" clId="{DA51D077-8C7E-4A10-81E1-3A027E8361E1}" dt="2026-06-20T12:42:01.673" v="3173" actId="1076"/>
          <ac:spMkLst>
            <pc:docMk/>
            <pc:sldMk cId="970705895" sldId="256"/>
            <ac:spMk id="42" creationId="{0DA56C2B-5FE4-D25F-809A-E04803DAD140}"/>
          </ac:spMkLst>
        </pc:spChg>
        <pc:spChg chg="mod ord">
          <ac:chgData name="ALCOBILLA FERRARA, EDUARDO" userId="881512c4-6746-4e13-ba69-1bcb5f55f502" providerId="ADAL" clId="{DA51D077-8C7E-4A10-81E1-3A027E8361E1}" dt="2026-06-20T12:20:08.624" v="2980" actId="14100"/>
          <ac:spMkLst>
            <pc:docMk/>
            <pc:sldMk cId="970705895" sldId="256"/>
            <ac:spMk id="43" creationId="{56393857-BB9D-EB8E-B2AA-BB4C45FA18F0}"/>
          </ac:spMkLst>
        </pc:spChg>
        <pc:spChg chg="mod ord">
          <ac:chgData name="ALCOBILLA FERRARA, EDUARDO" userId="881512c4-6746-4e13-ba69-1bcb5f55f502" providerId="ADAL" clId="{DA51D077-8C7E-4A10-81E1-3A027E8361E1}" dt="2026-06-20T12:42:26.539" v="3176" actId="1076"/>
          <ac:spMkLst>
            <pc:docMk/>
            <pc:sldMk cId="970705895" sldId="256"/>
            <ac:spMk id="44" creationId="{5D0BE492-2A74-BDFF-2492-51F3832B5315}"/>
          </ac:spMkLst>
        </pc:spChg>
        <pc:spChg chg="mod">
          <ac:chgData name="ALCOBILLA FERRARA, EDUARDO" userId="881512c4-6746-4e13-ba69-1bcb5f55f502" providerId="ADAL" clId="{DA51D077-8C7E-4A10-81E1-3A027E8361E1}" dt="2026-06-20T12:29:27.202" v="3062" actId="1076"/>
          <ac:spMkLst>
            <pc:docMk/>
            <pc:sldMk cId="970705895" sldId="256"/>
            <ac:spMk id="45" creationId="{EDEF0CBA-0C09-C8D9-1B9F-945CCD95ED9E}"/>
          </ac:spMkLst>
        </pc:spChg>
        <pc:spChg chg="mod">
          <ac:chgData name="ALCOBILLA FERRARA, EDUARDO" userId="881512c4-6746-4e13-ba69-1bcb5f55f502" providerId="ADAL" clId="{DA51D077-8C7E-4A10-81E1-3A027E8361E1}" dt="2026-06-20T11:59:46.993" v="2704" actId="14100"/>
          <ac:spMkLst>
            <pc:docMk/>
            <pc:sldMk cId="970705895" sldId="256"/>
            <ac:spMk id="46" creationId="{4839E5D2-FBED-A939-E0F4-A4636AE25A8C}"/>
          </ac:spMkLst>
        </pc:spChg>
        <pc:spChg chg="mod">
          <ac:chgData name="ALCOBILLA FERRARA, EDUARDO" userId="881512c4-6746-4e13-ba69-1bcb5f55f502" providerId="ADAL" clId="{DA51D077-8C7E-4A10-81E1-3A027E8361E1}" dt="2026-06-20T11:59:53.801" v="2705" actId="14100"/>
          <ac:spMkLst>
            <pc:docMk/>
            <pc:sldMk cId="970705895" sldId="256"/>
            <ac:spMk id="47" creationId="{818C3E0A-6DD7-5D3F-B8CA-98EC99AD40F7}"/>
          </ac:spMkLst>
        </pc:spChg>
        <pc:spChg chg="del">
          <ac:chgData name="ALCOBILLA FERRARA, EDUARDO" userId="881512c4-6746-4e13-ba69-1bcb5f55f502" providerId="ADAL" clId="{DA51D077-8C7E-4A10-81E1-3A027E8361E1}" dt="2026-06-20T12:17:39.070" v="2951" actId="478"/>
          <ac:spMkLst>
            <pc:docMk/>
            <pc:sldMk cId="970705895" sldId="256"/>
            <ac:spMk id="48" creationId="{42115239-1F24-0A6F-904A-8A550114D44D}"/>
          </ac:spMkLst>
        </pc:spChg>
        <pc:spChg chg="mod">
          <ac:chgData name="ALCOBILLA FERRARA, EDUARDO" userId="881512c4-6746-4e13-ba69-1bcb5f55f502" providerId="ADAL" clId="{DA51D077-8C7E-4A10-81E1-3A027E8361E1}" dt="2026-06-20T12:37:20.823" v="3136" actId="1076"/>
          <ac:spMkLst>
            <pc:docMk/>
            <pc:sldMk cId="970705895" sldId="256"/>
            <ac:spMk id="49" creationId="{EF59FD93-82E4-5CD0-DBA1-E0B2C80DDFA8}"/>
          </ac:spMkLst>
        </pc:spChg>
        <pc:spChg chg="add mod ord">
          <ac:chgData name="ALCOBILLA FERRARA, EDUARDO" userId="881512c4-6746-4e13-ba69-1bcb5f55f502" providerId="ADAL" clId="{DA51D077-8C7E-4A10-81E1-3A027E8361E1}" dt="2026-06-20T12:34:28.394" v="3110" actId="1076"/>
          <ac:spMkLst>
            <pc:docMk/>
            <pc:sldMk cId="970705895" sldId="256"/>
            <ac:spMk id="60" creationId="{E7C19702-047E-A7B0-415D-1F309946D8BE}"/>
          </ac:spMkLst>
        </pc:spChg>
        <pc:spChg chg="add mod">
          <ac:chgData name="ALCOBILLA FERRARA, EDUARDO" userId="881512c4-6746-4e13-ba69-1bcb5f55f502" providerId="ADAL" clId="{DA51D077-8C7E-4A10-81E1-3A027E8361E1}" dt="2026-06-20T12:32:25.769" v="3095" actId="1076"/>
          <ac:spMkLst>
            <pc:docMk/>
            <pc:sldMk cId="970705895" sldId="256"/>
            <ac:spMk id="61" creationId="{C7133CDD-0D5B-0C96-CB11-3D08DD732003}"/>
          </ac:spMkLst>
        </pc:spChg>
        <pc:spChg chg="add mod">
          <ac:chgData name="ALCOBILLA FERRARA, EDUARDO" userId="881512c4-6746-4e13-ba69-1bcb5f55f502" providerId="ADAL" clId="{DA51D077-8C7E-4A10-81E1-3A027E8361E1}" dt="2026-06-20T12:32:39.073" v="3097" actId="1076"/>
          <ac:spMkLst>
            <pc:docMk/>
            <pc:sldMk cId="970705895" sldId="256"/>
            <ac:spMk id="62" creationId="{57844F3D-7851-CEE7-93BA-876577A59073}"/>
          </ac:spMkLst>
        </pc:spChg>
        <pc:spChg chg="add mod">
          <ac:chgData name="ALCOBILLA FERRARA, EDUARDO" userId="881512c4-6746-4e13-ba69-1bcb5f55f502" providerId="ADAL" clId="{DA51D077-8C7E-4A10-81E1-3A027E8361E1}" dt="2026-06-20T12:33:38.165" v="3103" actId="1076"/>
          <ac:spMkLst>
            <pc:docMk/>
            <pc:sldMk cId="970705895" sldId="256"/>
            <ac:spMk id="63" creationId="{BD2A4C72-8710-7A2B-4397-F03E140B9E89}"/>
          </ac:spMkLst>
        </pc:spChg>
        <pc:spChg chg="add mod">
          <ac:chgData name="ALCOBILLA FERRARA, EDUARDO" userId="881512c4-6746-4e13-ba69-1bcb5f55f502" providerId="ADAL" clId="{DA51D077-8C7E-4A10-81E1-3A027E8361E1}" dt="2026-06-20T12:33:53.099" v="3105" actId="1076"/>
          <ac:spMkLst>
            <pc:docMk/>
            <pc:sldMk cId="970705895" sldId="256"/>
            <ac:spMk id="64" creationId="{353A5528-6A5E-5CD9-52AC-AEE90C7AA1DF}"/>
          </ac:spMkLst>
        </pc:spChg>
        <pc:spChg chg="add mod">
          <ac:chgData name="ALCOBILLA FERRARA, EDUARDO" userId="881512c4-6746-4e13-ba69-1bcb5f55f502" providerId="ADAL" clId="{DA51D077-8C7E-4A10-81E1-3A027E8361E1}" dt="2026-06-20T12:34:10.848" v="3107" actId="1076"/>
          <ac:spMkLst>
            <pc:docMk/>
            <pc:sldMk cId="970705895" sldId="256"/>
            <ac:spMk id="65" creationId="{BB4A26E4-0D85-DABB-E8E2-B0FB63990DC7}"/>
          </ac:spMkLst>
        </pc:spChg>
        <pc:spChg chg="add mod">
          <ac:chgData name="ALCOBILLA FERRARA, EDUARDO" userId="881512c4-6746-4e13-ba69-1bcb5f55f502" providerId="ADAL" clId="{DA51D077-8C7E-4A10-81E1-3A027E8361E1}" dt="2026-06-20T12:35:49.765" v="3121" actId="1076"/>
          <ac:spMkLst>
            <pc:docMk/>
            <pc:sldMk cId="970705895" sldId="256"/>
            <ac:spMk id="66" creationId="{C22AEE8A-B008-E0B0-FD45-8A248482B3DE}"/>
          </ac:spMkLst>
        </pc:spChg>
        <pc:spChg chg="add mod">
          <ac:chgData name="ALCOBILLA FERRARA, EDUARDO" userId="881512c4-6746-4e13-ba69-1bcb5f55f502" providerId="ADAL" clId="{DA51D077-8C7E-4A10-81E1-3A027E8361E1}" dt="2026-06-20T12:36:53.746" v="3131" actId="1076"/>
          <ac:spMkLst>
            <pc:docMk/>
            <pc:sldMk cId="970705895" sldId="256"/>
            <ac:spMk id="67" creationId="{368CEC94-554B-8EB8-266C-5EE8D99679DB}"/>
          </ac:spMkLst>
        </pc:spChg>
        <pc:spChg chg="add mod">
          <ac:chgData name="ALCOBILLA FERRARA, EDUARDO" userId="881512c4-6746-4e13-ba69-1bcb5f55f502" providerId="ADAL" clId="{DA51D077-8C7E-4A10-81E1-3A027E8361E1}" dt="2026-06-20T12:36:47.400" v="3130" actId="1076"/>
          <ac:spMkLst>
            <pc:docMk/>
            <pc:sldMk cId="970705895" sldId="256"/>
            <ac:spMk id="68" creationId="{BA666EE0-DEC6-327E-4D5E-4AA5BFCBE311}"/>
          </ac:spMkLst>
        </pc:spChg>
        <pc:spChg chg="add mod">
          <ac:chgData name="ALCOBILLA FERRARA, EDUARDO" userId="881512c4-6746-4e13-ba69-1bcb5f55f502" providerId="ADAL" clId="{DA51D077-8C7E-4A10-81E1-3A027E8361E1}" dt="2026-06-20T12:38:20.997" v="3138" actId="1076"/>
          <ac:spMkLst>
            <pc:docMk/>
            <pc:sldMk cId="970705895" sldId="256"/>
            <ac:spMk id="70" creationId="{43119D17-4CC1-5A43-E0E8-6BDE356229E8}"/>
          </ac:spMkLst>
        </pc:spChg>
        <pc:spChg chg="add mod">
          <ac:chgData name="ALCOBILLA FERRARA, EDUARDO" userId="881512c4-6746-4e13-ba69-1bcb5f55f502" providerId="ADAL" clId="{DA51D077-8C7E-4A10-81E1-3A027E8361E1}" dt="2026-06-20T12:38:20.997" v="3138" actId="1076"/>
          <ac:spMkLst>
            <pc:docMk/>
            <pc:sldMk cId="970705895" sldId="256"/>
            <ac:spMk id="71" creationId="{F51E72C3-3F31-D534-B95B-3C76C4D285F5}"/>
          </ac:spMkLst>
        </pc:spChg>
        <pc:spChg chg="add mod">
          <ac:chgData name="ALCOBILLA FERRARA, EDUARDO" userId="881512c4-6746-4e13-ba69-1bcb5f55f502" providerId="ADAL" clId="{DA51D077-8C7E-4A10-81E1-3A027E8361E1}" dt="2026-06-20T12:38:39.396" v="3142" actId="1076"/>
          <ac:spMkLst>
            <pc:docMk/>
            <pc:sldMk cId="970705895" sldId="256"/>
            <ac:spMk id="72" creationId="{CDC7E3B8-99F2-94A1-7EC6-B4BADD3C8898}"/>
          </ac:spMkLst>
        </pc:spChg>
        <pc:spChg chg="add mod">
          <ac:chgData name="ALCOBILLA FERRARA, EDUARDO" userId="881512c4-6746-4e13-ba69-1bcb5f55f502" providerId="ADAL" clId="{DA51D077-8C7E-4A10-81E1-3A027E8361E1}" dt="2026-06-20T12:38:43.643" v="3143" actId="1076"/>
          <ac:spMkLst>
            <pc:docMk/>
            <pc:sldMk cId="970705895" sldId="256"/>
            <ac:spMk id="73" creationId="{BFDDBD85-D579-0BE5-9A6F-0439A065A359}"/>
          </ac:spMkLst>
        </pc:spChg>
        <pc:spChg chg="add mod">
          <ac:chgData name="ALCOBILLA FERRARA, EDUARDO" userId="881512c4-6746-4e13-ba69-1bcb5f55f502" providerId="ADAL" clId="{DA51D077-8C7E-4A10-81E1-3A027E8361E1}" dt="2026-06-20T12:39:03.741" v="3146" actId="1076"/>
          <ac:spMkLst>
            <pc:docMk/>
            <pc:sldMk cId="970705895" sldId="256"/>
            <ac:spMk id="74" creationId="{84E2BB2D-A0DF-8CCB-D454-7540C150D277}"/>
          </ac:spMkLst>
        </pc:spChg>
        <pc:spChg chg="add mod">
          <ac:chgData name="ALCOBILLA FERRARA, EDUARDO" userId="881512c4-6746-4e13-ba69-1bcb5f55f502" providerId="ADAL" clId="{DA51D077-8C7E-4A10-81E1-3A027E8361E1}" dt="2026-06-20T12:39:30.303" v="3150" actId="1076"/>
          <ac:spMkLst>
            <pc:docMk/>
            <pc:sldMk cId="970705895" sldId="256"/>
            <ac:spMk id="75" creationId="{9FCB6806-3B2E-DBFC-317D-2011A10A75D9}"/>
          </ac:spMkLst>
        </pc:spChg>
        <pc:spChg chg="add mod">
          <ac:chgData name="ALCOBILLA FERRARA, EDUARDO" userId="881512c4-6746-4e13-ba69-1bcb5f55f502" providerId="ADAL" clId="{DA51D077-8C7E-4A10-81E1-3A027E8361E1}" dt="2026-06-20T12:39:17.011" v="3149" actId="1076"/>
          <ac:spMkLst>
            <pc:docMk/>
            <pc:sldMk cId="970705895" sldId="256"/>
            <ac:spMk id="76" creationId="{4FB1F27C-ADC2-6244-13F3-FB8C3787C73B}"/>
          </ac:spMkLst>
        </pc:spChg>
        <pc:spChg chg="add mod">
          <ac:chgData name="ALCOBILLA FERRARA, EDUARDO" userId="881512c4-6746-4e13-ba69-1bcb5f55f502" providerId="ADAL" clId="{DA51D077-8C7E-4A10-81E1-3A027E8361E1}" dt="2026-06-20T12:39:41.811" v="3152" actId="1076"/>
          <ac:spMkLst>
            <pc:docMk/>
            <pc:sldMk cId="970705895" sldId="256"/>
            <ac:spMk id="77" creationId="{D6A2FA0D-62E9-D126-CC54-D302E6D0F658}"/>
          </ac:spMkLst>
        </pc:spChg>
        <pc:spChg chg="mod">
          <ac:chgData name="ALCOBILLA FERRARA, EDUARDO" userId="881512c4-6746-4e13-ba69-1bcb5f55f502" providerId="ADAL" clId="{DA51D077-8C7E-4A10-81E1-3A027E8361E1}" dt="2026-06-20T12:35:08.763" v="3118" actId="20577"/>
          <ac:spMkLst>
            <pc:docMk/>
            <pc:sldMk cId="970705895" sldId="256"/>
            <ac:spMk id="87" creationId="{2803F577-AE26-2032-A623-A41F67DB386D}"/>
          </ac:spMkLst>
        </pc:spChg>
        <pc:spChg chg="mod">
          <ac:chgData name="ALCOBILLA FERRARA, EDUARDO" userId="881512c4-6746-4e13-ba69-1bcb5f55f502" providerId="ADAL" clId="{DA51D077-8C7E-4A10-81E1-3A027E8361E1}" dt="2026-06-20T12:09:09.791" v="2782" actId="1076"/>
          <ac:spMkLst>
            <pc:docMk/>
            <pc:sldMk cId="970705895" sldId="256"/>
            <ac:spMk id="89" creationId="{6C04E61A-891F-4769-4607-CDF63F90A9A4}"/>
          </ac:spMkLst>
        </pc:spChg>
        <pc:spChg chg="mod">
          <ac:chgData name="ALCOBILLA FERRARA, EDUARDO" userId="881512c4-6746-4e13-ba69-1bcb5f55f502" providerId="ADAL" clId="{DA51D077-8C7E-4A10-81E1-3A027E8361E1}" dt="2026-06-20T12:15:12.937" v="2928" actId="1076"/>
          <ac:spMkLst>
            <pc:docMk/>
            <pc:sldMk cId="970705895" sldId="256"/>
            <ac:spMk id="90" creationId="{8F083CA8-ADFC-5A42-762B-BF578DA71867}"/>
          </ac:spMkLst>
        </pc:spChg>
        <pc:spChg chg="del">
          <ac:chgData name="ALCOBILLA FERRARA, EDUARDO" userId="881512c4-6746-4e13-ba69-1bcb5f55f502" providerId="ADAL" clId="{DA51D077-8C7E-4A10-81E1-3A027E8361E1}" dt="2026-06-20T12:22:56.411" v="3001" actId="478"/>
          <ac:spMkLst>
            <pc:docMk/>
            <pc:sldMk cId="970705895" sldId="256"/>
            <ac:spMk id="94" creationId="{31E250E3-BBB7-ADAB-4484-14D2D839B3F0}"/>
          </ac:spMkLst>
        </pc:spChg>
        <pc:spChg chg="mod">
          <ac:chgData name="ALCOBILLA FERRARA, EDUARDO" userId="881512c4-6746-4e13-ba69-1bcb5f55f502" providerId="ADAL" clId="{DA51D077-8C7E-4A10-81E1-3A027E8361E1}" dt="2026-06-20T12:09:09.791" v="2782" actId="1076"/>
          <ac:spMkLst>
            <pc:docMk/>
            <pc:sldMk cId="970705895" sldId="256"/>
            <ac:spMk id="95" creationId="{45884381-5985-53D9-888D-919BD1A8EAFA}"/>
          </ac:spMkLst>
        </pc:spChg>
        <pc:spChg chg="mod">
          <ac:chgData name="ALCOBILLA FERRARA, EDUARDO" userId="881512c4-6746-4e13-ba69-1bcb5f55f502" providerId="ADAL" clId="{DA51D077-8C7E-4A10-81E1-3A027E8361E1}" dt="2026-06-20T12:15:24.002" v="2929" actId="1076"/>
          <ac:spMkLst>
            <pc:docMk/>
            <pc:sldMk cId="970705895" sldId="256"/>
            <ac:spMk id="96" creationId="{80058773-8AD2-F1D9-D9B3-447DE4530F9F}"/>
          </ac:spMkLst>
        </pc:spChg>
        <pc:spChg chg="del mod">
          <ac:chgData name="ALCOBILLA FERRARA, EDUARDO" userId="881512c4-6746-4e13-ba69-1bcb5f55f502" providerId="ADAL" clId="{DA51D077-8C7E-4A10-81E1-3A027E8361E1}" dt="2026-06-20T12:16:23.356" v="2940" actId="478"/>
          <ac:spMkLst>
            <pc:docMk/>
            <pc:sldMk cId="970705895" sldId="256"/>
            <ac:spMk id="97" creationId="{539C4F6A-BD5D-A821-184E-36735FDA1878}"/>
          </ac:spMkLst>
        </pc:spChg>
        <pc:spChg chg="del">
          <ac:chgData name="ALCOBILLA FERRARA, EDUARDO" userId="881512c4-6746-4e13-ba69-1bcb5f55f502" providerId="ADAL" clId="{DA51D077-8C7E-4A10-81E1-3A027E8361E1}" dt="2026-06-20T12:22:06.915" v="2997" actId="478"/>
          <ac:spMkLst>
            <pc:docMk/>
            <pc:sldMk cId="970705895" sldId="256"/>
            <ac:spMk id="98" creationId="{863942CB-AE5C-B3D7-1AC5-7E0E992F8445}"/>
          </ac:spMkLst>
        </pc:spChg>
        <pc:spChg chg="mod ord">
          <ac:chgData name="ALCOBILLA FERRARA, EDUARDO" userId="881512c4-6746-4e13-ba69-1bcb5f55f502" providerId="ADAL" clId="{DA51D077-8C7E-4A10-81E1-3A027E8361E1}" dt="2026-06-20T12:32:46.391" v="3098" actId="1076"/>
          <ac:spMkLst>
            <pc:docMk/>
            <pc:sldMk cId="970705895" sldId="256"/>
            <ac:spMk id="99" creationId="{C11D7AE6-D832-D4DE-8BEC-CF43E590774C}"/>
          </ac:spMkLst>
        </pc:spChg>
        <pc:spChg chg="mod">
          <ac:chgData name="ALCOBILLA FERRARA, EDUARDO" userId="881512c4-6746-4e13-ba69-1bcb5f55f502" providerId="ADAL" clId="{DA51D077-8C7E-4A10-81E1-3A027E8361E1}" dt="2026-06-20T12:27:26.449" v="3038" actId="1076"/>
          <ac:spMkLst>
            <pc:docMk/>
            <pc:sldMk cId="970705895" sldId="256"/>
            <ac:spMk id="100" creationId="{CA005344-629F-1019-EE04-214B684A33EE}"/>
          </ac:spMkLst>
        </pc:spChg>
        <pc:spChg chg="del">
          <ac:chgData name="ALCOBILLA FERRARA, EDUARDO" userId="881512c4-6746-4e13-ba69-1bcb5f55f502" providerId="ADAL" clId="{DA51D077-8C7E-4A10-81E1-3A027E8361E1}" dt="2026-06-20T12:27:34.382" v="3039" actId="478"/>
          <ac:spMkLst>
            <pc:docMk/>
            <pc:sldMk cId="970705895" sldId="256"/>
            <ac:spMk id="101" creationId="{57B28A86-6486-57A2-A1F5-EC5B7537C00D}"/>
          </ac:spMkLst>
        </pc:spChg>
        <pc:spChg chg="mod">
          <ac:chgData name="ALCOBILLA FERRARA, EDUARDO" userId="881512c4-6746-4e13-ba69-1bcb5f55f502" providerId="ADAL" clId="{DA51D077-8C7E-4A10-81E1-3A027E8361E1}" dt="2026-06-20T12:29:48.525" v="3065" actId="1076"/>
          <ac:spMkLst>
            <pc:docMk/>
            <pc:sldMk cId="970705895" sldId="256"/>
            <ac:spMk id="102" creationId="{AA01FC57-0EF9-ECAF-FC3E-AD1489A5B750}"/>
          </ac:spMkLst>
        </pc:spChg>
        <pc:spChg chg="mod">
          <ac:chgData name="ALCOBILLA FERRARA, EDUARDO" userId="881512c4-6746-4e13-ba69-1bcb5f55f502" providerId="ADAL" clId="{DA51D077-8C7E-4A10-81E1-3A027E8361E1}" dt="2026-06-20T12:30:11.956" v="3067" actId="1076"/>
          <ac:spMkLst>
            <pc:docMk/>
            <pc:sldMk cId="970705895" sldId="256"/>
            <ac:spMk id="103" creationId="{23FC1F99-4331-954A-6717-50F2B56BD93B}"/>
          </ac:spMkLst>
        </pc:spChg>
        <pc:spChg chg="del">
          <ac:chgData name="ALCOBILLA FERRARA, EDUARDO" userId="881512c4-6746-4e13-ba69-1bcb5f55f502" providerId="ADAL" clId="{DA51D077-8C7E-4A10-81E1-3A027E8361E1}" dt="2026-06-20T12:22:17.701" v="2998" actId="478"/>
          <ac:spMkLst>
            <pc:docMk/>
            <pc:sldMk cId="970705895" sldId="256"/>
            <ac:spMk id="104" creationId="{76630BC6-6C31-907D-40BD-1174406BAF56}"/>
          </ac:spMkLst>
        </pc:spChg>
        <pc:spChg chg="mod">
          <ac:chgData name="ALCOBILLA FERRARA, EDUARDO" userId="881512c4-6746-4e13-ba69-1bcb5f55f502" providerId="ADAL" clId="{DA51D077-8C7E-4A10-81E1-3A027E8361E1}" dt="2026-06-20T12:28:28.641" v="3051" actId="1076"/>
          <ac:spMkLst>
            <pc:docMk/>
            <pc:sldMk cId="970705895" sldId="256"/>
            <ac:spMk id="105" creationId="{AC49A9E2-63B5-D1DD-53DA-5925C1698585}"/>
          </ac:spMkLst>
        </pc:spChg>
        <pc:spChg chg="mod">
          <ac:chgData name="ALCOBILLA FERRARA, EDUARDO" userId="881512c4-6746-4e13-ba69-1bcb5f55f502" providerId="ADAL" clId="{DA51D077-8C7E-4A10-81E1-3A027E8361E1}" dt="2026-06-20T12:30:04.023" v="3066" actId="1076"/>
          <ac:spMkLst>
            <pc:docMk/>
            <pc:sldMk cId="970705895" sldId="256"/>
            <ac:spMk id="106" creationId="{A7881630-5FBC-FEE2-BB31-731FAD7BB797}"/>
          </ac:spMkLst>
        </pc:spChg>
        <pc:spChg chg="del">
          <ac:chgData name="ALCOBILLA FERRARA, EDUARDO" userId="881512c4-6746-4e13-ba69-1bcb5f55f502" providerId="ADAL" clId="{DA51D077-8C7E-4A10-81E1-3A027E8361E1}" dt="2026-06-20T12:28:06.172" v="3047" actId="478"/>
          <ac:spMkLst>
            <pc:docMk/>
            <pc:sldMk cId="970705895" sldId="256"/>
            <ac:spMk id="107" creationId="{E6053455-1996-57B0-E360-2C0AE7FC75BF}"/>
          </ac:spMkLst>
        </pc:spChg>
        <pc:spChg chg="mod">
          <ac:chgData name="ALCOBILLA FERRARA, EDUARDO" userId="881512c4-6746-4e13-ba69-1bcb5f55f502" providerId="ADAL" clId="{DA51D077-8C7E-4A10-81E1-3A027E8361E1}" dt="2026-06-20T12:28:33.950" v="3052" actId="1076"/>
          <ac:spMkLst>
            <pc:docMk/>
            <pc:sldMk cId="970705895" sldId="256"/>
            <ac:spMk id="108" creationId="{D89133E8-9A7B-F9AA-239A-3FDDF5A79313}"/>
          </ac:spMkLst>
        </pc:spChg>
        <pc:spChg chg="mod">
          <ac:chgData name="ALCOBILLA FERRARA, EDUARDO" userId="881512c4-6746-4e13-ba69-1bcb5f55f502" providerId="ADAL" clId="{DA51D077-8C7E-4A10-81E1-3A027E8361E1}" dt="2026-06-20T12:28:04.868" v="3046" actId="1076"/>
          <ac:spMkLst>
            <pc:docMk/>
            <pc:sldMk cId="970705895" sldId="256"/>
            <ac:spMk id="109" creationId="{5E27D7C2-41DA-5292-0004-C4D109970196}"/>
          </ac:spMkLst>
        </pc:spChg>
        <pc:spChg chg="del">
          <ac:chgData name="ALCOBILLA FERRARA, EDUARDO" userId="881512c4-6746-4e13-ba69-1bcb5f55f502" providerId="ADAL" clId="{DA51D077-8C7E-4A10-81E1-3A027E8361E1}" dt="2026-06-20T12:28:09.242" v="3048" actId="478"/>
          <ac:spMkLst>
            <pc:docMk/>
            <pc:sldMk cId="970705895" sldId="256"/>
            <ac:spMk id="110" creationId="{D72A649E-B1CD-D3F3-2DC0-0810DA0CEF80}"/>
          </ac:spMkLst>
        </pc:spChg>
        <pc:spChg chg="mod">
          <ac:chgData name="ALCOBILLA FERRARA, EDUARDO" userId="881512c4-6746-4e13-ba69-1bcb5f55f502" providerId="ADAL" clId="{DA51D077-8C7E-4A10-81E1-3A027E8361E1}" dt="2026-06-20T12:28:43.516" v="3053" actId="1076"/>
          <ac:spMkLst>
            <pc:docMk/>
            <pc:sldMk cId="970705895" sldId="256"/>
            <ac:spMk id="111" creationId="{A56F950F-3CBD-8ACA-B85F-BD7E8D13EDD0}"/>
          </ac:spMkLst>
        </pc:spChg>
        <pc:spChg chg="del mod">
          <ac:chgData name="ALCOBILLA FERRARA, EDUARDO" userId="881512c4-6746-4e13-ba69-1bcb5f55f502" providerId="ADAL" clId="{DA51D077-8C7E-4A10-81E1-3A027E8361E1}" dt="2026-06-20T12:17:17.173" v="2946" actId="478"/>
          <ac:spMkLst>
            <pc:docMk/>
            <pc:sldMk cId="970705895" sldId="256"/>
            <ac:spMk id="113" creationId="{FD0E1111-EF80-94FF-7E17-D433D53AA564}"/>
          </ac:spMkLst>
        </pc:spChg>
        <pc:spChg chg="mod">
          <ac:chgData name="ALCOBILLA FERRARA, EDUARDO" userId="881512c4-6746-4e13-ba69-1bcb5f55f502" providerId="ADAL" clId="{DA51D077-8C7E-4A10-81E1-3A027E8361E1}" dt="2026-06-20T12:36:19.467" v="3125" actId="1076"/>
          <ac:spMkLst>
            <pc:docMk/>
            <pc:sldMk cId="970705895" sldId="256"/>
            <ac:spMk id="114" creationId="{77CB4711-CD28-5044-58A3-A0C801734D81}"/>
          </ac:spMkLst>
        </pc:spChg>
        <pc:spChg chg="mod">
          <ac:chgData name="ALCOBILLA FERRARA, EDUARDO" userId="881512c4-6746-4e13-ba69-1bcb5f55f502" providerId="ADAL" clId="{DA51D077-8C7E-4A10-81E1-3A027E8361E1}" dt="2026-06-20T12:36:34.965" v="3127" actId="1076"/>
          <ac:spMkLst>
            <pc:docMk/>
            <pc:sldMk cId="970705895" sldId="256"/>
            <ac:spMk id="115" creationId="{1E39C964-B899-CAB2-B31F-1E056AF97DB6}"/>
          </ac:spMkLst>
        </pc:spChg>
        <pc:spChg chg="mod">
          <ac:chgData name="ALCOBILLA FERRARA, EDUARDO" userId="881512c4-6746-4e13-ba69-1bcb5f55f502" providerId="ADAL" clId="{DA51D077-8C7E-4A10-81E1-3A027E8361E1}" dt="2026-06-20T12:36:27.791" v="3126" actId="1076"/>
          <ac:spMkLst>
            <pc:docMk/>
            <pc:sldMk cId="970705895" sldId="256"/>
            <ac:spMk id="117" creationId="{10DD0161-CEB2-91BF-A5AB-50C33FA096ED}"/>
          </ac:spMkLst>
        </pc:spChg>
        <pc:spChg chg="del mod">
          <ac:chgData name="ALCOBILLA FERRARA, EDUARDO" userId="881512c4-6746-4e13-ba69-1bcb5f55f502" providerId="ADAL" clId="{DA51D077-8C7E-4A10-81E1-3A027E8361E1}" dt="2026-06-20T12:17:30.020" v="2949" actId="478"/>
          <ac:spMkLst>
            <pc:docMk/>
            <pc:sldMk cId="970705895" sldId="256"/>
            <ac:spMk id="118" creationId="{CB15A9E3-E48F-F614-3EC0-54F54116AC98}"/>
          </ac:spMkLst>
        </pc:spChg>
        <pc:spChg chg="mod">
          <ac:chgData name="ALCOBILLA FERRARA, EDUARDO" userId="881512c4-6746-4e13-ba69-1bcb5f55f502" providerId="ADAL" clId="{DA51D077-8C7E-4A10-81E1-3A027E8361E1}" dt="2026-06-20T12:36:57.708" v="3132" actId="1076"/>
          <ac:spMkLst>
            <pc:docMk/>
            <pc:sldMk cId="970705895" sldId="256"/>
            <ac:spMk id="119" creationId="{79226C7C-F7C1-F944-4229-60FCA1E52DAB}"/>
          </ac:spMkLst>
        </pc:spChg>
        <pc:spChg chg="mod">
          <ac:chgData name="ALCOBILLA FERRARA, EDUARDO" userId="881512c4-6746-4e13-ba69-1bcb5f55f502" providerId="ADAL" clId="{DA51D077-8C7E-4A10-81E1-3A027E8361E1}" dt="2026-06-20T12:32:50.028" v="3099" actId="1076"/>
          <ac:spMkLst>
            <pc:docMk/>
            <pc:sldMk cId="970705895" sldId="256"/>
            <ac:spMk id="123" creationId="{2EC94CDB-6517-D444-231A-A90F90B71851}"/>
          </ac:spMkLst>
        </pc:spChg>
        <pc:spChg chg="mod">
          <ac:chgData name="ALCOBILLA FERRARA, EDUARDO" userId="881512c4-6746-4e13-ba69-1bcb5f55f502" providerId="ADAL" clId="{DA51D077-8C7E-4A10-81E1-3A027E8361E1}" dt="2026-06-20T12:10:41.486" v="2855" actId="1076"/>
          <ac:spMkLst>
            <pc:docMk/>
            <pc:sldMk cId="970705895" sldId="256"/>
            <ac:spMk id="125" creationId="{DC741611-6180-94D3-EADC-6A52E78E6735}"/>
          </ac:spMkLst>
        </pc:spChg>
        <pc:spChg chg="del mod">
          <ac:chgData name="ALCOBILLA FERRARA, EDUARDO" userId="881512c4-6746-4e13-ba69-1bcb5f55f502" providerId="ADAL" clId="{DA51D077-8C7E-4A10-81E1-3A027E8361E1}" dt="2026-06-20T12:17:34.777" v="2950" actId="478"/>
          <ac:spMkLst>
            <pc:docMk/>
            <pc:sldMk cId="970705895" sldId="256"/>
            <ac:spMk id="126" creationId="{05670551-735C-7826-BCFA-B6E60A692852}"/>
          </ac:spMkLst>
        </pc:spChg>
        <pc:spChg chg="mod">
          <ac:chgData name="ALCOBILLA FERRARA, EDUARDO" userId="881512c4-6746-4e13-ba69-1bcb5f55f502" providerId="ADAL" clId="{DA51D077-8C7E-4A10-81E1-3A027E8361E1}" dt="2026-06-20T12:37:00.419" v="3133" actId="1076"/>
          <ac:spMkLst>
            <pc:docMk/>
            <pc:sldMk cId="970705895" sldId="256"/>
            <ac:spMk id="127" creationId="{2E54E461-2435-ABEF-D4C9-65EA76EFA5DC}"/>
          </ac:spMkLst>
        </pc:spChg>
        <pc:spChg chg="mod">
          <ac:chgData name="ALCOBILLA FERRARA, EDUARDO" userId="881512c4-6746-4e13-ba69-1bcb5f55f502" providerId="ADAL" clId="{DA51D077-8C7E-4A10-81E1-3A027E8361E1}" dt="2026-06-20T12:28:52.856" v="3055" actId="1076"/>
          <ac:spMkLst>
            <pc:docMk/>
            <pc:sldMk cId="970705895" sldId="256"/>
            <ac:spMk id="129" creationId="{1A424ED1-BA40-F3CC-C0D6-BC190A9E5A0B}"/>
          </ac:spMkLst>
        </pc:spChg>
        <pc:spChg chg="mod">
          <ac:chgData name="ALCOBILLA FERRARA, EDUARDO" userId="881512c4-6746-4e13-ba69-1bcb5f55f502" providerId="ADAL" clId="{DA51D077-8C7E-4A10-81E1-3A027E8361E1}" dt="2026-06-20T12:28:47.433" v="3054" actId="1076"/>
          <ac:spMkLst>
            <pc:docMk/>
            <pc:sldMk cId="970705895" sldId="256"/>
            <ac:spMk id="130" creationId="{C8387B20-6E60-006E-EFD7-28BEAD508699}"/>
          </ac:spMkLst>
        </pc:spChg>
        <pc:grpChg chg="mod">
          <ac:chgData name="ALCOBILLA FERRARA, EDUARDO" userId="881512c4-6746-4e13-ba69-1bcb5f55f502" providerId="ADAL" clId="{DA51D077-8C7E-4A10-81E1-3A027E8361E1}" dt="2026-06-20T12:41:46.743" v="3172" actId="1076"/>
          <ac:grpSpMkLst>
            <pc:docMk/>
            <pc:sldMk cId="970705895" sldId="256"/>
            <ac:grpSpMk id="51" creationId="{80979B30-084D-6E33-E7F7-69D43E7B6EC3}"/>
          </ac:grpSpMkLst>
        </pc:grpChg>
        <pc:picChg chg="add mod">
          <ac:chgData name="ALCOBILLA FERRARA, EDUARDO" userId="881512c4-6746-4e13-ba69-1bcb5f55f502" providerId="ADAL" clId="{DA51D077-8C7E-4A10-81E1-3A027E8361E1}" dt="2026-06-20T12:16:53.835" v="2945" actId="1076"/>
          <ac:picMkLst>
            <pc:docMk/>
            <pc:sldMk cId="970705895" sldId="256"/>
            <ac:picMk id="39" creationId="{63342E41-3185-90C4-4136-34D2587800B8}"/>
          </ac:picMkLst>
        </pc:picChg>
        <pc:picChg chg="add del mod">
          <ac:chgData name="ALCOBILLA FERRARA, EDUARDO" userId="881512c4-6746-4e13-ba69-1bcb5f55f502" providerId="ADAL" clId="{DA51D077-8C7E-4A10-81E1-3A027E8361E1}" dt="2026-06-20T12:30:56.240" v="3082" actId="478"/>
          <ac:picMkLst>
            <pc:docMk/>
            <pc:sldMk cId="970705895" sldId="256"/>
            <ac:picMk id="59" creationId="{FB55E817-A6F7-F5D8-3AB0-72E062C7A4FE}"/>
          </ac:picMkLst>
        </pc:picChg>
        <pc:picChg chg="add mod">
          <ac:chgData name="ALCOBILLA FERRARA, EDUARDO" userId="881512c4-6746-4e13-ba69-1bcb5f55f502" providerId="ADAL" clId="{DA51D077-8C7E-4A10-81E1-3A027E8361E1}" dt="2026-06-20T12:38:20.997" v="3138" actId="1076"/>
          <ac:picMkLst>
            <pc:docMk/>
            <pc:sldMk cId="970705895" sldId="256"/>
            <ac:picMk id="69" creationId="{4F99EFC1-1D62-9201-B353-69A957B6FAA6}"/>
          </ac:picMkLst>
        </pc:picChg>
        <pc:picChg chg="add del mod">
          <ac:chgData name="ALCOBILLA FERRARA, EDUARDO" userId="881512c4-6746-4e13-ba69-1bcb5f55f502" providerId="ADAL" clId="{DA51D077-8C7E-4A10-81E1-3A027E8361E1}" dt="2026-06-20T12:51:49.101" v="3295" actId="478"/>
          <ac:picMkLst>
            <pc:docMk/>
            <pc:sldMk cId="970705895" sldId="256"/>
            <ac:picMk id="78" creationId="{E7A6CD78-76E7-86DA-DE35-F80FC0213F0C}"/>
          </ac:picMkLst>
        </pc:picChg>
        <pc:picChg chg="add mod">
          <ac:chgData name="ALCOBILLA FERRARA, EDUARDO" userId="881512c4-6746-4e13-ba69-1bcb5f55f502" providerId="ADAL" clId="{DA51D077-8C7E-4A10-81E1-3A027E8361E1}" dt="2026-06-20T12:51:56.444" v="3296" actId="1076"/>
          <ac:picMkLst>
            <pc:docMk/>
            <pc:sldMk cId="970705895" sldId="256"/>
            <ac:picMk id="79" creationId="{0FE2A397-660B-E3EE-1A4F-11648B900478}"/>
          </ac:picMkLst>
        </pc:picChg>
        <pc:cxnChg chg="mod ord">
          <ac:chgData name="ALCOBILLA FERRARA, EDUARDO" userId="881512c4-6746-4e13-ba69-1bcb5f55f502" providerId="ADAL" clId="{DA51D077-8C7E-4A10-81E1-3A027E8361E1}" dt="2026-06-20T12:21:52.917" v="2995" actId="167"/>
          <ac:cxnSpMkLst>
            <pc:docMk/>
            <pc:sldMk cId="970705895" sldId="256"/>
            <ac:cxnSpMk id="37" creationId="{99977749-5FBC-6F0E-80F9-4B501CEAE9B4}"/>
          </ac:cxnSpMkLst>
        </pc:cxnChg>
        <pc:cxnChg chg="add del mod">
          <ac:chgData name="ALCOBILLA FERRARA, EDUARDO" userId="881512c4-6746-4e13-ba69-1bcb5f55f502" providerId="ADAL" clId="{DA51D077-8C7E-4A10-81E1-3A027E8361E1}" dt="2026-06-20T12:21:10.427" v="2991" actId="478"/>
          <ac:cxnSpMkLst>
            <pc:docMk/>
            <pc:sldMk cId="970705895" sldId="256"/>
            <ac:cxnSpMk id="52" creationId="{0AF46C5C-9CC3-0329-4296-7130F034737A}"/>
          </ac:cxnSpMkLst>
        </pc:cxnChg>
      </pc:sldChg>
      <pc:sldChg chg="addSp delSp modSp mod ord">
        <pc:chgData name="ALCOBILLA FERRARA, EDUARDO" userId="881512c4-6746-4e13-ba69-1bcb5f55f502" providerId="ADAL" clId="{DA51D077-8C7E-4A10-81E1-3A027E8361E1}" dt="2026-06-20T12:52:36.680" v="3306" actId="478"/>
        <pc:sldMkLst>
          <pc:docMk/>
          <pc:sldMk cId="2150642081" sldId="258"/>
        </pc:sldMkLst>
        <pc:spChg chg="mod">
          <ac:chgData name="ALCOBILLA FERRARA, EDUARDO" userId="881512c4-6746-4e13-ba69-1bcb5f55f502" providerId="ADAL" clId="{DA51D077-8C7E-4A10-81E1-3A027E8361E1}" dt="2026-06-18T14:43:40.502" v="274" actId="13926"/>
          <ac:spMkLst>
            <pc:docMk/>
            <pc:sldMk cId="2150642081" sldId="258"/>
            <ac:spMk id="2" creationId="{937136F8-A6DE-6C1D-A0CF-5CE77E693DA5}"/>
          </ac:spMkLst>
        </pc:spChg>
        <pc:spChg chg="add del mod">
          <ac:chgData name="ALCOBILLA FERRARA, EDUARDO" userId="881512c4-6746-4e13-ba69-1bcb5f55f502" providerId="ADAL" clId="{DA51D077-8C7E-4A10-81E1-3A027E8361E1}" dt="2026-06-20T12:47:50.307" v="3240" actId="478"/>
          <ac:spMkLst>
            <pc:docMk/>
            <pc:sldMk cId="2150642081" sldId="258"/>
            <ac:spMk id="3" creationId="{366FA458-9EEA-67E3-B353-3EB9B634483E}"/>
          </ac:spMkLst>
        </pc:spChg>
        <pc:spChg chg="add del mod">
          <ac:chgData name="ALCOBILLA FERRARA, EDUARDO" userId="881512c4-6746-4e13-ba69-1bcb5f55f502" providerId="ADAL" clId="{DA51D077-8C7E-4A10-81E1-3A027E8361E1}" dt="2026-06-20T12:43:33.574" v="3186" actId="478"/>
          <ac:spMkLst>
            <pc:docMk/>
            <pc:sldMk cId="2150642081" sldId="258"/>
            <ac:spMk id="16" creationId="{67A6429F-9ADA-022C-E0F2-281B009D5A82}"/>
          </ac:spMkLst>
        </pc:spChg>
        <pc:picChg chg="add del mod">
          <ac:chgData name="ALCOBILLA FERRARA, EDUARDO" userId="881512c4-6746-4e13-ba69-1bcb5f55f502" providerId="ADAL" clId="{DA51D077-8C7E-4A10-81E1-3A027E8361E1}" dt="2026-06-20T12:51:12.157" v="3287" actId="478"/>
          <ac:picMkLst>
            <pc:docMk/>
            <pc:sldMk cId="2150642081" sldId="258"/>
            <ac:picMk id="6" creationId="{8B5A5ABC-B444-1B31-3899-ED79FA27B863}"/>
          </ac:picMkLst>
        </pc:picChg>
        <pc:picChg chg="add del mod">
          <ac:chgData name="ALCOBILLA FERRARA, EDUARDO" userId="881512c4-6746-4e13-ba69-1bcb5f55f502" providerId="ADAL" clId="{DA51D077-8C7E-4A10-81E1-3A027E8361E1}" dt="2026-06-20T12:52:36.680" v="3306" actId="478"/>
          <ac:picMkLst>
            <pc:docMk/>
            <pc:sldMk cId="2150642081" sldId="258"/>
            <ac:picMk id="7" creationId="{1833F005-1A48-6488-8F11-838AA0BC31FD}"/>
          </ac:picMkLst>
        </pc:picChg>
        <pc:picChg chg="add mod">
          <ac:chgData name="ALCOBILLA FERRARA, EDUARDO" userId="881512c4-6746-4e13-ba69-1bcb5f55f502" providerId="ADAL" clId="{DA51D077-8C7E-4A10-81E1-3A027E8361E1}" dt="2026-06-20T12:52:35.414" v="3305"/>
          <ac:picMkLst>
            <pc:docMk/>
            <pc:sldMk cId="2150642081" sldId="258"/>
            <ac:picMk id="8" creationId="{2FEA8958-A8CC-D975-6DE1-7D059CA47E08}"/>
          </ac:picMkLst>
        </pc:picChg>
        <pc:picChg chg="add del mod ord">
          <ac:chgData name="ALCOBILLA FERRARA, EDUARDO" userId="881512c4-6746-4e13-ba69-1bcb5f55f502" providerId="ADAL" clId="{DA51D077-8C7E-4A10-81E1-3A027E8361E1}" dt="2026-06-18T14:43:31.901" v="273" actId="1076"/>
          <ac:picMkLst>
            <pc:docMk/>
            <pc:sldMk cId="2150642081" sldId="258"/>
            <ac:picMk id="12" creationId="{B7E6C5BB-A5E6-17F0-8D06-CD0284471F22}"/>
          </ac:picMkLst>
        </pc:picChg>
      </pc:sldChg>
      <pc:sldChg chg="addSp delSp modSp mod">
        <pc:chgData name="ALCOBILLA FERRARA, EDUARDO" userId="881512c4-6746-4e13-ba69-1bcb5f55f502" providerId="ADAL" clId="{DA51D077-8C7E-4A10-81E1-3A027E8361E1}" dt="2026-06-20T12:52:41.455" v="3308" actId="478"/>
        <pc:sldMkLst>
          <pc:docMk/>
          <pc:sldMk cId="3937047145" sldId="260"/>
        </pc:sldMkLst>
        <pc:spChg chg="mod">
          <ac:chgData name="ALCOBILLA FERRARA, EDUARDO" userId="881512c4-6746-4e13-ba69-1bcb5f55f502" providerId="ADAL" clId="{DA51D077-8C7E-4A10-81E1-3A027E8361E1}" dt="2026-06-18T14:44:57.123" v="290" actId="13926"/>
          <ac:spMkLst>
            <pc:docMk/>
            <pc:sldMk cId="3937047145" sldId="260"/>
            <ac:spMk id="2" creationId="{C1639786-4EFC-1A73-32EC-5EA19C2C30BA}"/>
          </ac:spMkLst>
        </pc:spChg>
        <pc:spChg chg="add del mod">
          <ac:chgData name="ALCOBILLA FERRARA, EDUARDO" userId="881512c4-6746-4e13-ba69-1bcb5f55f502" providerId="ADAL" clId="{DA51D077-8C7E-4A10-81E1-3A027E8361E1}" dt="2026-06-20T12:47:57.693" v="3242" actId="478"/>
          <ac:spMkLst>
            <pc:docMk/>
            <pc:sldMk cId="3937047145" sldId="260"/>
            <ac:spMk id="3" creationId="{EB2B3D6B-AE0E-8CFF-D4C2-80EE2F4E040B}"/>
          </ac:spMkLst>
        </pc:spChg>
        <pc:spChg chg="add del mod">
          <ac:chgData name="ALCOBILLA FERRARA, EDUARDO" userId="881512c4-6746-4e13-ba69-1bcb5f55f502" providerId="ADAL" clId="{DA51D077-8C7E-4A10-81E1-3A027E8361E1}" dt="2026-06-20T12:43:39.838" v="3188" actId="478"/>
          <ac:spMkLst>
            <pc:docMk/>
            <pc:sldMk cId="3937047145" sldId="260"/>
            <ac:spMk id="10" creationId="{5E2A0E34-67D0-7216-3229-7A1AFC2D1223}"/>
          </ac:spMkLst>
        </pc:spChg>
        <pc:picChg chg="add del mod">
          <ac:chgData name="ALCOBILLA FERRARA, EDUARDO" userId="881512c4-6746-4e13-ba69-1bcb5f55f502" providerId="ADAL" clId="{DA51D077-8C7E-4A10-81E1-3A027E8361E1}" dt="2026-06-20T12:51:09.397" v="3285" actId="478"/>
          <ac:picMkLst>
            <pc:docMk/>
            <pc:sldMk cId="3937047145" sldId="260"/>
            <ac:picMk id="6" creationId="{8067EB47-8D1A-57A7-939B-729EAE115DD3}"/>
          </ac:picMkLst>
        </pc:picChg>
        <pc:picChg chg="add del mod">
          <ac:chgData name="ALCOBILLA FERRARA, EDUARDO" userId="881512c4-6746-4e13-ba69-1bcb5f55f502" providerId="ADAL" clId="{DA51D077-8C7E-4A10-81E1-3A027E8361E1}" dt="2026-06-20T12:52:41.455" v="3308" actId="478"/>
          <ac:picMkLst>
            <pc:docMk/>
            <pc:sldMk cId="3937047145" sldId="260"/>
            <ac:picMk id="7" creationId="{3B4957A6-0F10-31B0-4225-925836F9A823}"/>
          </ac:picMkLst>
        </pc:picChg>
        <pc:picChg chg="add mod">
          <ac:chgData name="ALCOBILLA FERRARA, EDUARDO" userId="881512c4-6746-4e13-ba69-1bcb5f55f502" providerId="ADAL" clId="{DA51D077-8C7E-4A10-81E1-3A027E8361E1}" dt="2026-06-20T12:52:40.025" v="3307"/>
          <ac:picMkLst>
            <pc:docMk/>
            <pc:sldMk cId="3937047145" sldId="260"/>
            <ac:picMk id="8" creationId="{BA5536B5-52E3-DABE-406D-7E8E851A6B1F}"/>
          </ac:picMkLst>
        </pc:picChg>
        <pc:picChg chg="add mod">
          <ac:chgData name="ALCOBILLA FERRARA, EDUARDO" userId="881512c4-6746-4e13-ba69-1bcb5f55f502" providerId="ADAL" clId="{DA51D077-8C7E-4A10-81E1-3A027E8361E1}" dt="2026-06-20T12:48:07.909" v="3244" actId="1076"/>
          <ac:picMkLst>
            <pc:docMk/>
            <pc:sldMk cId="3937047145" sldId="260"/>
            <ac:picMk id="9" creationId="{8061ABC4-9835-2798-CC0D-226B68A7DB62}"/>
          </ac:picMkLst>
        </pc:picChg>
      </pc:sldChg>
      <pc:sldChg chg="addSp delSp modSp mod">
        <pc:chgData name="ALCOBILLA FERRARA, EDUARDO" userId="881512c4-6746-4e13-ba69-1bcb5f55f502" providerId="ADAL" clId="{DA51D077-8C7E-4A10-81E1-3A027E8361E1}" dt="2026-06-20T16:14:46.466" v="3323" actId="114"/>
        <pc:sldMkLst>
          <pc:docMk/>
          <pc:sldMk cId="363104069" sldId="264"/>
        </pc:sldMkLst>
        <pc:spChg chg="mod">
          <ac:chgData name="ALCOBILLA FERRARA, EDUARDO" userId="881512c4-6746-4e13-ba69-1bcb5f55f502" providerId="ADAL" clId="{DA51D077-8C7E-4A10-81E1-3A027E8361E1}" dt="2026-06-18T15:52:00.646" v="2646" actId="1076"/>
          <ac:spMkLst>
            <pc:docMk/>
            <pc:sldMk cId="363104069" sldId="264"/>
            <ac:spMk id="3" creationId="{00000000-0000-0000-0000-000000000000}"/>
          </ac:spMkLst>
        </pc:spChg>
        <pc:spChg chg="add del mod">
          <ac:chgData name="ALCOBILLA FERRARA, EDUARDO" userId="881512c4-6746-4e13-ba69-1bcb5f55f502" providerId="ADAL" clId="{DA51D077-8C7E-4A10-81E1-3A027E8361E1}" dt="2026-06-20T12:43:52.550" v="3192" actId="478"/>
          <ac:spMkLst>
            <pc:docMk/>
            <pc:sldMk cId="363104069" sldId="264"/>
            <ac:spMk id="4" creationId="{C47917C5-E45E-C46B-7E61-8EF8A7628BD5}"/>
          </ac:spMkLst>
        </pc:spChg>
        <pc:spChg chg="mod">
          <ac:chgData name="ALCOBILLA FERRARA, EDUARDO" userId="881512c4-6746-4e13-ba69-1bcb5f55f502" providerId="ADAL" clId="{DA51D077-8C7E-4A10-81E1-3A027E8361E1}" dt="2026-06-20T16:14:46.466" v="3323" actId="114"/>
          <ac:spMkLst>
            <pc:docMk/>
            <pc:sldMk cId="363104069" sldId="264"/>
            <ac:spMk id="5" creationId="{CA6BDB32-CF6F-F253-BCBE-D4BE194F515B}"/>
          </ac:spMkLst>
        </pc:spChg>
        <pc:spChg chg="add del mod">
          <ac:chgData name="ALCOBILLA FERRARA, EDUARDO" userId="881512c4-6746-4e13-ba69-1bcb5f55f502" providerId="ADAL" clId="{DA51D077-8C7E-4A10-81E1-3A027E8361E1}" dt="2026-06-20T12:49:40.850" v="3271" actId="478"/>
          <ac:spMkLst>
            <pc:docMk/>
            <pc:sldMk cId="363104069" sldId="264"/>
            <ac:spMk id="6" creationId="{6F472109-511B-72D1-9F84-7432C204C640}"/>
          </ac:spMkLst>
        </pc:spChg>
        <pc:picChg chg="mod">
          <ac:chgData name="ALCOBILLA FERRARA, EDUARDO" userId="881512c4-6746-4e13-ba69-1bcb5f55f502" providerId="ADAL" clId="{DA51D077-8C7E-4A10-81E1-3A027E8361E1}" dt="2026-06-18T15:52:00.646" v="2646" actId="1076"/>
          <ac:picMkLst>
            <pc:docMk/>
            <pc:sldMk cId="363104069" sldId="264"/>
            <ac:picMk id="2" creationId="{00000000-0000-0000-0000-000000000000}"/>
          </ac:picMkLst>
        </pc:picChg>
        <pc:picChg chg="add del mod">
          <ac:chgData name="ALCOBILLA FERRARA, EDUARDO" userId="881512c4-6746-4e13-ba69-1bcb5f55f502" providerId="ADAL" clId="{DA51D077-8C7E-4A10-81E1-3A027E8361E1}" dt="2026-06-20T12:51:04.117" v="3283" actId="478"/>
          <ac:picMkLst>
            <pc:docMk/>
            <pc:sldMk cId="363104069" sldId="264"/>
            <ac:picMk id="7" creationId="{D2F9D737-82C0-663F-728E-AD1F3CC27B7A}"/>
          </ac:picMkLst>
        </pc:picChg>
        <pc:picChg chg="add del mod">
          <ac:chgData name="ALCOBILLA FERRARA, EDUARDO" userId="881512c4-6746-4e13-ba69-1bcb5f55f502" providerId="ADAL" clId="{DA51D077-8C7E-4A10-81E1-3A027E8361E1}" dt="2026-06-20T12:52:50.572" v="3312" actId="478"/>
          <ac:picMkLst>
            <pc:docMk/>
            <pc:sldMk cId="363104069" sldId="264"/>
            <ac:picMk id="8" creationId="{B104C1A5-8197-9B0C-D910-07731C4EC841}"/>
          </ac:picMkLst>
        </pc:picChg>
        <pc:picChg chg="add mod">
          <ac:chgData name="ALCOBILLA FERRARA, EDUARDO" userId="881512c4-6746-4e13-ba69-1bcb5f55f502" providerId="ADAL" clId="{DA51D077-8C7E-4A10-81E1-3A027E8361E1}" dt="2026-06-20T12:52:49.564" v="3311"/>
          <ac:picMkLst>
            <pc:docMk/>
            <pc:sldMk cId="363104069" sldId="264"/>
            <ac:picMk id="9" creationId="{E74D08C7-BE65-C331-F766-E869BA546D16}"/>
          </ac:picMkLst>
        </pc:picChg>
      </pc:sldChg>
      <pc:sldChg chg="addSp delSp modSp mod">
        <pc:chgData name="ALCOBILLA FERRARA, EDUARDO" userId="881512c4-6746-4e13-ba69-1bcb5f55f502" providerId="ADAL" clId="{DA51D077-8C7E-4A10-81E1-3A027E8361E1}" dt="2026-06-20T12:52:46.232" v="3310" actId="478"/>
        <pc:sldMkLst>
          <pc:docMk/>
          <pc:sldMk cId="596074759" sldId="266"/>
        </pc:sldMkLst>
        <pc:spChg chg="add del mod">
          <ac:chgData name="ALCOBILLA FERRARA, EDUARDO" userId="881512c4-6746-4e13-ba69-1bcb5f55f502" providerId="ADAL" clId="{DA51D077-8C7E-4A10-81E1-3A027E8361E1}" dt="2026-06-20T12:48:15.368" v="3246" actId="478"/>
          <ac:spMkLst>
            <pc:docMk/>
            <pc:sldMk cId="596074759" sldId="266"/>
            <ac:spMk id="2" creationId="{B8D12F35-2F9C-942A-3141-FCD582F2CF58}"/>
          </ac:spMkLst>
        </pc:spChg>
        <pc:spChg chg="add mod">
          <ac:chgData name="ALCOBILLA FERRARA, EDUARDO" userId="881512c4-6746-4e13-ba69-1bcb5f55f502" providerId="ADAL" clId="{DA51D077-8C7E-4A10-81E1-3A027E8361E1}" dt="2026-06-20T12:49:31.351" v="3269" actId="20577"/>
          <ac:spMkLst>
            <pc:docMk/>
            <pc:sldMk cId="596074759" sldId="266"/>
            <ac:spMk id="3" creationId="{956AA14E-AE12-FBF6-02D7-29DC0AA9F444}"/>
          </ac:spMkLst>
        </pc:spChg>
        <pc:spChg chg="mod">
          <ac:chgData name="ALCOBILLA FERRARA, EDUARDO" userId="881512c4-6746-4e13-ba69-1bcb5f55f502" providerId="ADAL" clId="{DA51D077-8C7E-4A10-81E1-3A027E8361E1}" dt="2026-06-18T15:41:43.272" v="2602" actId="13926"/>
          <ac:spMkLst>
            <pc:docMk/>
            <pc:sldMk cId="596074759" sldId="266"/>
            <ac:spMk id="4" creationId="{98B4348D-3F02-7807-EF7E-A163E4D07911}"/>
          </ac:spMkLst>
        </pc:spChg>
        <pc:spChg chg="add del mod">
          <ac:chgData name="ALCOBILLA FERRARA, EDUARDO" userId="881512c4-6746-4e13-ba69-1bcb5f55f502" providerId="ADAL" clId="{DA51D077-8C7E-4A10-81E1-3A027E8361E1}" dt="2026-06-20T12:43:45.672" v="3190" actId="478"/>
          <ac:spMkLst>
            <pc:docMk/>
            <pc:sldMk cId="596074759" sldId="266"/>
            <ac:spMk id="7" creationId="{4404D918-A8DD-B206-B3C4-B8BCCECBCB73}"/>
          </ac:spMkLst>
        </pc:spChg>
        <pc:picChg chg="add del mod">
          <ac:chgData name="ALCOBILLA FERRARA, EDUARDO" userId="881512c4-6746-4e13-ba69-1bcb5f55f502" providerId="ADAL" clId="{DA51D077-8C7E-4A10-81E1-3A027E8361E1}" dt="2026-06-20T12:51:06.776" v="3284" actId="478"/>
          <ac:picMkLst>
            <pc:docMk/>
            <pc:sldMk cId="596074759" sldId="266"/>
            <ac:picMk id="8" creationId="{6771F5E1-7702-2BC0-92B8-959B90EE06A9}"/>
          </ac:picMkLst>
        </pc:picChg>
        <pc:picChg chg="add del mod">
          <ac:chgData name="ALCOBILLA FERRARA, EDUARDO" userId="881512c4-6746-4e13-ba69-1bcb5f55f502" providerId="ADAL" clId="{DA51D077-8C7E-4A10-81E1-3A027E8361E1}" dt="2026-06-20T12:52:46.232" v="3310" actId="478"/>
          <ac:picMkLst>
            <pc:docMk/>
            <pc:sldMk cId="596074759" sldId="266"/>
            <ac:picMk id="9" creationId="{584FDB62-9B57-8F92-C792-15E981E2CE8A}"/>
          </ac:picMkLst>
        </pc:picChg>
        <pc:picChg chg="add mod">
          <ac:chgData name="ALCOBILLA FERRARA, EDUARDO" userId="881512c4-6746-4e13-ba69-1bcb5f55f502" providerId="ADAL" clId="{DA51D077-8C7E-4A10-81E1-3A027E8361E1}" dt="2026-06-20T12:52:45.249" v="3309"/>
          <ac:picMkLst>
            <pc:docMk/>
            <pc:sldMk cId="596074759" sldId="266"/>
            <ac:picMk id="10" creationId="{F7D6C2A0-E42D-F04D-0C61-AE3A57975134}"/>
          </ac:picMkLst>
        </pc:picChg>
      </pc:sldChg>
      <pc:sldChg chg="addSp delSp modSp mod">
        <pc:chgData name="ALCOBILLA FERRARA, EDUARDO" userId="881512c4-6746-4e13-ba69-1bcb5f55f502" providerId="ADAL" clId="{DA51D077-8C7E-4A10-81E1-3A027E8361E1}" dt="2026-06-20T12:52:19.513" v="3302"/>
        <pc:sldMkLst>
          <pc:docMk/>
          <pc:sldMk cId="39138360" sldId="267"/>
        </pc:sldMkLst>
        <pc:spChg chg="add del mod">
          <ac:chgData name="ALCOBILLA FERRARA, EDUARDO" userId="881512c4-6746-4e13-ba69-1bcb5f55f502" providerId="ADAL" clId="{DA51D077-8C7E-4A10-81E1-3A027E8361E1}" dt="2026-06-20T12:42:56.162" v="3178" actId="478"/>
          <ac:spMkLst>
            <pc:docMk/>
            <pc:sldMk cId="39138360" sldId="267"/>
            <ac:spMk id="5" creationId="{E91DADCE-4793-A587-F636-5C58162AC52D}"/>
          </ac:spMkLst>
        </pc:spChg>
        <pc:spChg chg="add mod">
          <ac:chgData name="ALCOBILLA FERRARA, EDUARDO" userId="881512c4-6746-4e13-ba69-1bcb5f55f502" providerId="ADAL" clId="{DA51D077-8C7E-4A10-81E1-3A027E8361E1}" dt="2026-06-20T12:42:45.525" v="3177"/>
          <ac:spMkLst>
            <pc:docMk/>
            <pc:sldMk cId="39138360" sldId="267"/>
            <ac:spMk id="7" creationId="{528ABD87-5E8C-DBFD-8621-BEF8A7D54682}"/>
          </ac:spMkLst>
        </pc:spChg>
        <pc:spChg chg="add del mod">
          <ac:chgData name="ALCOBILLA FERRARA, EDUARDO" userId="881512c4-6746-4e13-ba69-1bcb5f55f502" providerId="ADAL" clId="{DA51D077-8C7E-4A10-81E1-3A027E8361E1}" dt="2026-06-20T12:47:36.327" v="3236" actId="478"/>
          <ac:spMkLst>
            <pc:docMk/>
            <pc:sldMk cId="39138360" sldId="267"/>
            <ac:spMk id="12" creationId="{C0056441-43C0-ED9D-820D-632EDE9DE538}"/>
          </ac:spMkLst>
        </pc:spChg>
        <pc:picChg chg="add del mod">
          <ac:chgData name="ALCOBILLA FERRARA, EDUARDO" userId="881512c4-6746-4e13-ba69-1bcb5f55f502" providerId="ADAL" clId="{DA51D077-8C7E-4A10-81E1-3A027E8361E1}" dt="2026-06-20T12:51:20.472" v="3290" actId="478"/>
          <ac:picMkLst>
            <pc:docMk/>
            <pc:sldMk cId="39138360" sldId="267"/>
            <ac:picMk id="13" creationId="{58A3CA21-7BA5-65CE-D289-FE2CC7B19896}"/>
          </ac:picMkLst>
        </pc:picChg>
        <pc:picChg chg="add mod">
          <ac:chgData name="ALCOBILLA FERRARA, EDUARDO" userId="881512c4-6746-4e13-ba69-1bcb5f55f502" providerId="ADAL" clId="{DA51D077-8C7E-4A10-81E1-3A027E8361E1}" dt="2026-06-20T12:52:19.513" v="3302"/>
          <ac:picMkLst>
            <pc:docMk/>
            <pc:sldMk cId="39138360" sldId="267"/>
            <ac:picMk id="14" creationId="{5D6F0233-F39C-835F-03B5-B63196F468AE}"/>
          </ac:picMkLst>
        </pc:picChg>
      </pc:sldChg>
      <pc:sldChg chg="addSp delSp modSp mod">
        <pc:chgData name="ALCOBILLA FERRARA, EDUARDO" userId="881512c4-6746-4e13-ba69-1bcb5f55f502" providerId="ADAL" clId="{DA51D077-8C7E-4A10-81E1-3A027E8361E1}" dt="2026-06-20T16:50:37.103" v="3325"/>
        <pc:sldMkLst>
          <pc:docMk/>
          <pc:sldMk cId="3912031132" sldId="268"/>
        </pc:sldMkLst>
        <pc:spChg chg="add mod">
          <ac:chgData name="ALCOBILLA FERRARA, EDUARDO" userId="881512c4-6746-4e13-ba69-1bcb5f55f502" providerId="ADAL" clId="{DA51D077-8C7E-4A10-81E1-3A027E8361E1}" dt="2026-06-18T15:00:00.140" v="525" actId="1076"/>
          <ac:spMkLst>
            <pc:docMk/>
            <pc:sldMk cId="3912031132" sldId="268"/>
            <ac:spMk id="2" creationId="{41B1A088-3B00-EF97-AA22-CB2D59BD8C02}"/>
          </ac:spMkLst>
        </pc:spChg>
        <pc:spChg chg="mod">
          <ac:chgData name="ALCOBILLA FERRARA, EDUARDO" userId="881512c4-6746-4e13-ba69-1bcb5f55f502" providerId="ADAL" clId="{DA51D077-8C7E-4A10-81E1-3A027E8361E1}" dt="2026-06-18T15:00:09.261" v="526" actId="13926"/>
          <ac:spMkLst>
            <pc:docMk/>
            <pc:sldMk cId="3912031132" sldId="268"/>
            <ac:spMk id="4" creationId="{18A5FEC7-43D9-92BE-0813-68D1B88851C6}"/>
          </ac:spMkLst>
        </pc:spChg>
        <pc:spChg chg="add mod">
          <ac:chgData name="ALCOBILLA FERRARA, EDUARDO" userId="881512c4-6746-4e13-ba69-1bcb5f55f502" providerId="ADAL" clId="{DA51D077-8C7E-4A10-81E1-3A027E8361E1}" dt="2026-06-18T14:55:43.406" v="498" actId="14100"/>
          <ac:spMkLst>
            <pc:docMk/>
            <pc:sldMk cId="3912031132" sldId="268"/>
            <ac:spMk id="5" creationId="{9F549A4E-F6F5-A0E5-0CF1-4CBF4B5F7F52}"/>
          </ac:spMkLst>
        </pc:spChg>
        <pc:spChg chg="add mod">
          <ac:chgData name="ALCOBILLA FERRARA, EDUARDO" userId="881512c4-6746-4e13-ba69-1bcb5f55f502" providerId="ADAL" clId="{DA51D077-8C7E-4A10-81E1-3A027E8361E1}" dt="2026-06-18T14:57:58.467" v="513" actId="207"/>
          <ac:spMkLst>
            <pc:docMk/>
            <pc:sldMk cId="3912031132" sldId="268"/>
            <ac:spMk id="6" creationId="{76FD7162-E378-2700-10E3-C4211772A80D}"/>
          </ac:spMkLst>
        </pc:spChg>
        <pc:spChg chg="mod">
          <ac:chgData name="ALCOBILLA FERRARA, EDUARDO" userId="881512c4-6746-4e13-ba69-1bcb5f55f502" providerId="ADAL" clId="{DA51D077-8C7E-4A10-81E1-3A027E8361E1}" dt="2026-06-18T14:59:22.702" v="523" actId="113"/>
          <ac:spMkLst>
            <pc:docMk/>
            <pc:sldMk cId="3912031132" sldId="268"/>
            <ac:spMk id="8" creationId="{5A1F1C6C-8790-AE0E-2DFD-17CCF319B807}"/>
          </ac:spMkLst>
        </pc:spChg>
        <pc:spChg chg="add del mod">
          <ac:chgData name="ALCOBILLA FERRARA, EDUARDO" userId="881512c4-6746-4e13-ba69-1bcb5f55f502" providerId="ADAL" clId="{DA51D077-8C7E-4A10-81E1-3A027E8361E1}" dt="2026-06-20T12:47:29.332" v="3234" actId="478"/>
          <ac:spMkLst>
            <pc:docMk/>
            <pc:sldMk cId="3912031132" sldId="268"/>
            <ac:spMk id="9" creationId="{2CB7EC5B-0BCF-58B4-7FAF-137980A342AA}"/>
          </ac:spMkLst>
        </pc:spChg>
        <pc:spChg chg="mod">
          <ac:chgData name="ALCOBILLA FERRARA, EDUARDO" userId="881512c4-6746-4e13-ba69-1bcb5f55f502" providerId="ADAL" clId="{DA51D077-8C7E-4A10-81E1-3A027E8361E1}" dt="2026-06-18T14:59:43.814" v="524" actId="1076"/>
          <ac:spMkLst>
            <pc:docMk/>
            <pc:sldMk cId="3912031132" sldId="268"/>
            <ac:spMk id="10" creationId="{AE3B6E8D-B442-6614-6400-D1C6CD052A38}"/>
          </ac:spMkLst>
        </pc:spChg>
        <pc:spChg chg="mod">
          <ac:chgData name="ALCOBILLA FERRARA, EDUARDO" userId="881512c4-6746-4e13-ba69-1bcb5f55f502" providerId="ADAL" clId="{DA51D077-8C7E-4A10-81E1-3A027E8361E1}" dt="2026-06-18T14:51:46.301" v="454" actId="1076"/>
          <ac:spMkLst>
            <pc:docMk/>
            <pc:sldMk cId="3912031132" sldId="268"/>
            <ac:spMk id="11" creationId="{DFD1ACFA-DC30-5407-94A6-1BAAFC6C8468}"/>
          </ac:spMkLst>
        </pc:spChg>
        <pc:spChg chg="mod">
          <ac:chgData name="ALCOBILLA FERRARA, EDUARDO" userId="881512c4-6746-4e13-ba69-1bcb5f55f502" providerId="ADAL" clId="{DA51D077-8C7E-4A10-81E1-3A027E8361E1}" dt="2026-06-18T09:40:57.458" v="152" actId="1076"/>
          <ac:spMkLst>
            <pc:docMk/>
            <pc:sldMk cId="3912031132" sldId="268"/>
            <ac:spMk id="12" creationId="{39D9D750-9F54-1B88-4056-430B657EFD1E}"/>
          </ac:spMkLst>
        </pc:spChg>
        <pc:spChg chg="mod">
          <ac:chgData name="ALCOBILLA FERRARA, EDUARDO" userId="881512c4-6746-4e13-ba69-1bcb5f55f502" providerId="ADAL" clId="{DA51D077-8C7E-4A10-81E1-3A027E8361E1}" dt="2026-06-18T09:40:47.731" v="151" actId="1076"/>
          <ac:spMkLst>
            <pc:docMk/>
            <pc:sldMk cId="3912031132" sldId="268"/>
            <ac:spMk id="13" creationId="{24F5B3D3-90B2-597A-7074-A3928F1DBAAB}"/>
          </ac:spMkLst>
        </pc:spChg>
        <pc:spChg chg="add mod">
          <ac:chgData name="ALCOBILLA FERRARA, EDUARDO" userId="881512c4-6746-4e13-ba69-1bcb5f55f502" providerId="ADAL" clId="{DA51D077-8C7E-4A10-81E1-3A027E8361E1}" dt="2026-06-18T14:57:37.639" v="510" actId="1076"/>
          <ac:spMkLst>
            <pc:docMk/>
            <pc:sldMk cId="3912031132" sldId="268"/>
            <ac:spMk id="16" creationId="{6C2E4D1B-3212-D827-63D6-7B93582C7DEE}"/>
          </ac:spMkLst>
        </pc:spChg>
        <pc:spChg chg="mod">
          <ac:chgData name="ALCOBILLA FERRARA, EDUARDO" userId="881512c4-6746-4e13-ba69-1bcb5f55f502" providerId="ADAL" clId="{DA51D077-8C7E-4A10-81E1-3A027E8361E1}" dt="2026-06-18T14:51:02.866" v="444" actId="14100"/>
          <ac:spMkLst>
            <pc:docMk/>
            <pc:sldMk cId="3912031132" sldId="268"/>
            <ac:spMk id="18" creationId="{01BD0837-C249-0B41-B5AE-7841536F5670}"/>
          </ac:spMkLst>
        </pc:spChg>
        <pc:spChg chg="mod">
          <ac:chgData name="ALCOBILLA FERRARA, EDUARDO" userId="881512c4-6746-4e13-ba69-1bcb5f55f502" providerId="ADAL" clId="{DA51D077-8C7E-4A10-81E1-3A027E8361E1}" dt="2026-06-18T14:51:41.490" v="453" actId="1076"/>
          <ac:spMkLst>
            <pc:docMk/>
            <pc:sldMk cId="3912031132" sldId="268"/>
            <ac:spMk id="19" creationId="{5F00014F-C99B-3568-FDA7-F1EB3DEB6130}"/>
          </ac:spMkLst>
        </pc:spChg>
        <pc:spChg chg="add mod">
          <ac:chgData name="ALCOBILLA FERRARA, EDUARDO" userId="881512c4-6746-4e13-ba69-1bcb5f55f502" providerId="ADAL" clId="{DA51D077-8C7E-4A10-81E1-3A027E8361E1}" dt="2026-06-18T14:57:18.726" v="508" actId="1076"/>
          <ac:spMkLst>
            <pc:docMk/>
            <pc:sldMk cId="3912031132" sldId="268"/>
            <ac:spMk id="20" creationId="{43EF52FD-7F47-E129-465B-F386C8975030}"/>
          </ac:spMkLst>
        </pc:spChg>
        <pc:spChg chg="add mod">
          <ac:chgData name="ALCOBILLA FERRARA, EDUARDO" userId="881512c4-6746-4e13-ba69-1bcb5f55f502" providerId="ADAL" clId="{DA51D077-8C7E-4A10-81E1-3A027E8361E1}" dt="2026-06-18T14:57:52.883" v="512" actId="207"/>
          <ac:spMkLst>
            <pc:docMk/>
            <pc:sldMk cId="3912031132" sldId="268"/>
            <ac:spMk id="23" creationId="{420F3B4E-964E-179A-CAA8-B9A6C81D0E8E}"/>
          </ac:spMkLst>
        </pc:spChg>
        <pc:spChg chg="add del mod">
          <ac:chgData name="ALCOBILLA FERRARA, EDUARDO" userId="881512c4-6746-4e13-ba69-1bcb5f55f502" providerId="ADAL" clId="{DA51D077-8C7E-4A10-81E1-3A027E8361E1}" dt="2026-06-20T12:43:10.388" v="3181" actId="478"/>
          <ac:spMkLst>
            <pc:docMk/>
            <pc:sldMk cId="3912031132" sldId="268"/>
            <ac:spMk id="28" creationId="{70BDC351-A2F0-62EE-BC01-F14C17B94B56}"/>
          </ac:spMkLst>
        </pc:spChg>
        <pc:picChg chg="add mod">
          <ac:chgData name="ALCOBILLA FERRARA, EDUARDO" userId="881512c4-6746-4e13-ba69-1bcb5f55f502" providerId="ADAL" clId="{DA51D077-8C7E-4A10-81E1-3A027E8361E1}" dt="2026-06-20T16:50:37.103" v="3325"/>
          <ac:picMkLst>
            <pc:docMk/>
            <pc:sldMk cId="3912031132" sldId="268"/>
            <ac:picMk id="9" creationId="{36FAE882-0D02-6F48-290D-8BE94BDBE0A4}"/>
          </ac:picMkLst>
        </pc:picChg>
        <pc:picChg chg="add del mod">
          <ac:chgData name="ALCOBILLA FERRARA, EDUARDO" userId="881512c4-6746-4e13-ba69-1bcb5f55f502" providerId="ADAL" clId="{DA51D077-8C7E-4A10-81E1-3A027E8361E1}" dt="2026-06-20T12:52:13.470" v="3300" actId="478"/>
          <ac:picMkLst>
            <pc:docMk/>
            <pc:sldMk cId="3912031132" sldId="268"/>
            <ac:picMk id="14" creationId="{DB8BB203-B89B-064E-4373-1F5EB77E9BCB}"/>
          </ac:picMkLst>
        </pc:picChg>
        <pc:picChg chg="add del mod">
          <ac:chgData name="ALCOBILLA FERRARA, EDUARDO" userId="881512c4-6746-4e13-ba69-1bcb5f55f502" providerId="ADAL" clId="{DA51D077-8C7E-4A10-81E1-3A027E8361E1}" dt="2026-06-20T12:52:14.727" v="3301" actId="478"/>
          <ac:picMkLst>
            <pc:docMk/>
            <pc:sldMk cId="3912031132" sldId="268"/>
            <ac:picMk id="15" creationId="{8A2BB4F7-D7E3-AC1D-D676-2960F54D17DA}"/>
          </ac:picMkLst>
        </pc:picChg>
        <pc:picChg chg="add del mod">
          <ac:chgData name="ALCOBILLA FERRARA, EDUARDO" userId="881512c4-6746-4e13-ba69-1bcb5f55f502" providerId="ADAL" clId="{DA51D077-8C7E-4A10-81E1-3A027E8361E1}" dt="2026-06-20T16:50:27.898" v="3324" actId="478"/>
          <ac:picMkLst>
            <pc:docMk/>
            <pc:sldMk cId="3912031132" sldId="268"/>
            <ac:picMk id="17" creationId="{D94D8138-DF35-CF2A-2A51-C48CADD5C449}"/>
          </ac:picMkLst>
        </pc:picChg>
      </pc:sldChg>
      <pc:sldChg chg="addSp delSp modSp mod">
        <pc:chgData name="ALCOBILLA FERRARA, EDUARDO" userId="881512c4-6746-4e13-ba69-1bcb5f55f502" providerId="ADAL" clId="{DA51D077-8C7E-4A10-81E1-3A027E8361E1}" dt="2026-06-20T13:02:03.930" v="3317" actId="114"/>
        <pc:sldMkLst>
          <pc:docMk/>
          <pc:sldMk cId="403301417" sldId="269"/>
        </pc:sldMkLst>
        <pc:spChg chg="mod">
          <ac:chgData name="ALCOBILLA FERRARA, EDUARDO" userId="881512c4-6746-4e13-ba69-1bcb5f55f502" providerId="ADAL" clId="{DA51D077-8C7E-4A10-81E1-3A027E8361E1}" dt="2026-06-20T13:02:03.930" v="3317" actId="114"/>
          <ac:spMkLst>
            <pc:docMk/>
            <pc:sldMk cId="403301417" sldId="269"/>
            <ac:spMk id="5" creationId="{EC1374B6-AEF7-F675-3E05-FFAD77413DF9}"/>
          </ac:spMkLst>
        </pc:spChg>
        <pc:spChg chg="add del mod">
          <ac:chgData name="ALCOBILLA FERRARA, EDUARDO" userId="881512c4-6746-4e13-ba69-1bcb5f55f502" providerId="ADAL" clId="{DA51D077-8C7E-4A10-81E1-3A027E8361E1}" dt="2026-06-20T12:43:20.650" v="3183" actId="478"/>
          <ac:spMkLst>
            <pc:docMk/>
            <pc:sldMk cId="403301417" sldId="269"/>
            <ac:spMk id="9" creationId="{3072DB32-E141-A390-6E4B-7CEEFD81753D}"/>
          </ac:spMkLst>
        </pc:spChg>
        <pc:picChg chg="add del mod">
          <ac:chgData name="ALCOBILLA FERRARA, EDUARDO" userId="881512c4-6746-4e13-ba69-1bcb5f55f502" providerId="ADAL" clId="{DA51D077-8C7E-4A10-81E1-3A027E8361E1}" dt="2026-06-20T12:50:03.193" v="3273" actId="478"/>
          <ac:picMkLst>
            <pc:docMk/>
            <pc:sldMk cId="403301417" sldId="269"/>
            <ac:picMk id="3" creationId="{8CDE14DF-CB5A-3CE8-E08F-18A097D2A865}"/>
          </ac:picMkLst>
        </pc:picChg>
        <pc:picChg chg="add del mod">
          <ac:chgData name="ALCOBILLA FERRARA, EDUARDO" userId="881512c4-6746-4e13-ba69-1bcb5f55f502" providerId="ADAL" clId="{DA51D077-8C7E-4A10-81E1-3A027E8361E1}" dt="2026-06-20T12:52:06.990" v="3298" actId="478"/>
          <ac:picMkLst>
            <pc:docMk/>
            <pc:sldMk cId="403301417" sldId="269"/>
            <ac:picMk id="4" creationId="{E48B7F8E-C2E4-9BF5-E38C-02BF93FF1A9C}"/>
          </ac:picMkLst>
        </pc:picChg>
        <pc:picChg chg="add mod">
          <ac:chgData name="ALCOBILLA FERRARA, EDUARDO" userId="881512c4-6746-4e13-ba69-1bcb5f55f502" providerId="ADAL" clId="{DA51D077-8C7E-4A10-81E1-3A027E8361E1}" dt="2026-06-20T12:52:05.184" v="3297"/>
          <ac:picMkLst>
            <pc:docMk/>
            <pc:sldMk cId="403301417" sldId="269"/>
            <ac:picMk id="6" creationId="{2A19A25B-2FEC-5936-5A4D-99B64222F452}"/>
          </ac:picMkLst>
        </pc:picChg>
      </pc:sldChg>
      <pc:sldChg chg="addSp delSp modSp add mod ord">
        <pc:chgData name="ALCOBILLA FERRARA, EDUARDO" userId="881512c4-6746-4e13-ba69-1bcb5f55f502" providerId="ADAL" clId="{DA51D077-8C7E-4A10-81E1-3A027E8361E1}" dt="2026-06-20T12:52:29.956" v="3304" actId="478"/>
        <pc:sldMkLst>
          <pc:docMk/>
          <pc:sldMk cId="2873072705" sldId="270"/>
        </pc:sldMkLst>
        <pc:spChg chg="add mod">
          <ac:chgData name="ALCOBILLA FERRARA, EDUARDO" userId="881512c4-6746-4e13-ba69-1bcb5f55f502" providerId="ADAL" clId="{DA51D077-8C7E-4A10-81E1-3A027E8361E1}" dt="2026-06-18T09:37:04.749" v="22" actId="1076"/>
          <ac:spMkLst>
            <pc:docMk/>
            <pc:sldMk cId="2873072705" sldId="270"/>
            <ac:spMk id="2" creationId="{724C8F82-AD81-F6CE-BFB0-0AC47B3695F7}"/>
          </ac:spMkLst>
        </pc:spChg>
        <pc:spChg chg="add del mod">
          <ac:chgData name="ALCOBILLA FERRARA, EDUARDO" userId="881512c4-6746-4e13-ba69-1bcb5f55f502" providerId="ADAL" clId="{DA51D077-8C7E-4A10-81E1-3A027E8361E1}" dt="2026-06-20T12:47:44.349" v="3238" actId="478"/>
          <ac:spMkLst>
            <pc:docMk/>
            <pc:sldMk cId="2873072705" sldId="270"/>
            <ac:spMk id="4" creationId="{F6514164-4850-C0B2-09F6-F3E65E5076AA}"/>
          </ac:spMkLst>
        </pc:spChg>
        <pc:spChg chg="add mod">
          <ac:chgData name="ALCOBILLA FERRARA, EDUARDO" userId="881512c4-6746-4e13-ba69-1bcb5f55f502" providerId="ADAL" clId="{DA51D077-8C7E-4A10-81E1-3A027E8361E1}" dt="2026-06-18T15:30:14.623" v="1491" actId="14100"/>
          <ac:spMkLst>
            <pc:docMk/>
            <pc:sldMk cId="2873072705" sldId="270"/>
            <ac:spMk id="5" creationId="{28B7738F-C40E-C1BF-4DD9-17E011A97412}"/>
          </ac:spMkLst>
        </pc:spChg>
        <pc:spChg chg="add mod">
          <ac:chgData name="ALCOBILLA FERRARA, EDUARDO" userId="881512c4-6746-4e13-ba69-1bcb5f55f502" providerId="ADAL" clId="{DA51D077-8C7E-4A10-81E1-3A027E8361E1}" dt="2026-06-18T15:24:10.842" v="1136" actId="1076"/>
          <ac:spMkLst>
            <pc:docMk/>
            <pc:sldMk cId="2873072705" sldId="270"/>
            <ac:spMk id="6" creationId="{B383011D-1C25-390C-549E-45433FBF7862}"/>
          </ac:spMkLst>
        </pc:spChg>
        <pc:spChg chg="add mod">
          <ac:chgData name="ALCOBILLA FERRARA, EDUARDO" userId="881512c4-6746-4e13-ba69-1bcb5f55f502" providerId="ADAL" clId="{DA51D077-8C7E-4A10-81E1-3A027E8361E1}" dt="2026-06-18T15:24:10.842" v="1136" actId="1076"/>
          <ac:spMkLst>
            <pc:docMk/>
            <pc:sldMk cId="2873072705" sldId="270"/>
            <ac:spMk id="8" creationId="{73AB7FDC-9F64-A9AA-4DCE-ADDC025947B7}"/>
          </ac:spMkLst>
        </pc:spChg>
        <pc:spChg chg="add mod">
          <ac:chgData name="ALCOBILLA FERRARA, EDUARDO" userId="881512c4-6746-4e13-ba69-1bcb5f55f502" providerId="ADAL" clId="{DA51D077-8C7E-4A10-81E1-3A027E8361E1}" dt="2026-06-18T15:24:10.842" v="1136" actId="1076"/>
          <ac:spMkLst>
            <pc:docMk/>
            <pc:sldMk cId="2873072705" sldId="270"/>
            <ac:spMk id="9" creationId="{1A79274D-1460-1FEE-F0D3-D3193398CCF9}"/>
          </ac:spMkLst>
        </pc:spChg>
        <pc:spChg chg="add mod">
          <ac:chgData name="ALCOBILLA FERRARA, EDUARDO" userId="881512c4-6746-4e13-ba69-1bcb5f55f502" providerId="ADAL" clId="{DA51D077-8C7E-4A10-81E1-3A027E8361E1}" dt="2026-06-18T15:24:10.842" v="1136" actId="1076"/>
          <ac:spMkLst>
            <pc:docMk/>
            <pc:sldMk cId="2873072705" sldId="270"/>
            <ac:spMk id="10" creationId="{0A9798DA-0ED8-BF07-5735-81D169B9DADA}"/>
          </ac:spMkLst>
        </pc:spChg>
        <pc:spChg chg="add mod">
          <ac:chgData name="ALCOBILLA FERRARA, EDUARDO" userId="881512c4-6746-4e13-ba69-1bcb5f55f502" providerId="ADAL" clId="{DA51D077-8C7E-4A10-81E1-3A027E8361E1}" dt="2026-06-18T15:25:06.361" v="1141" actId="1076"/>
          <ac:spMkLst>
            <pc:docMk/>
            <pc:sldMk cId="2873072705" sldId="270"/>
            <ac:spMk id="12" creationId="{4BAC95E2-95F0-5732-13D8-3AFB1D87ED5E}"/>
          </ac:spMkLst>
        </pc:spChg>
        <pc:spChg chg="add mod">
          <ac:chgData name="ALCOBILLA FERRARA, EDUARDO" userId="881512c4-6746-4e13-ba69-1bcb5f55f502" providerId="ADAL" clId="{DA51D077-8C7E-4A10-81E1-3A027E8361E1}" dt="2026-06-18T15:29:55.362" v="1488" actId="2711"/>
          <ac:spMkLst>
            <pc:docMk/>
            <pc:sldMk cId="2873072705" sldId="270"/>
            <ac:spMk id="14" creationId="{8874D390-0ED8-EEA8-26DB-05416CA6BCF5}"/>
          </ac:spMkLst>
        </pc:spChg>
        <pc:spChg chg="add mod">
          <ac:chgData name="ALCOBILLA FERRARA, EDUARDO" userId="881512c4-6746-4e13-ba69-1bcb5f55f502" providerId="ADAL" clId="{DA51D077-8C7E-4A10-81E1-3A027E8361E1}" dt="2026-06-18T15:30:04.088" v="1489" actId="2711"/>
          <ac:spMkLst>
            <pc:docMk/>
            <pc:sldMk cId="2873072705" sldId="270"/>
            <ac:spMk id="16" creationId="{ACC04906-82F5-B391-D751-61C21EC72AF6}"/>
          </ac:spMkLst>
        </pc:spChg>
        <pc:spChg chg="add del mod">
          <ac:chgData name="ALCOBILLA FERRARA, EDUARDO" userId="881512c4-6746-4e13-ba69-1bcb5f55f502" providerId="ADAL" clId="{DA51D077-8C7E-4A10-81E1-3A027E8361E1}" dt="2026-06-20T12:43:27.303" v="3184" actId="478"/>
          <ac:spMkLst>
            <pc:docMk/>
            <pc:sldMk cId="2873072705" sldId="270"/>
            <ac:spMk id="17" creationId="{341FF022-ACE1-C487-23AC-A1BFA5A348A2}"/>
          </ac:spMkLst>
        </pc:spChg>
        <pc:picChg chg="add del mod">
          <ac:chgData name="ALCOBILLA FERRARA, EDUARDO" userId="881512c4-6746-4e13-ba69-1bcb5f55f502" providerId="ADAL" clId="{DA51D077-8C7E-4A10-81E1-3A027E8361E1}" dt="2026-06-20T12:51:16.822" v="3288" actId="478"/>
          <ac:picMkLst>
            <pc:docMk/>
            <pc:sldMk cId="2873072705" sldId="270"/>
            <ac:picMk id="11" creationId="{407739E2-0364-F5F3-40B2-8CFCE07ADD70}"/>
          </ac:picMkLst>
        </pc:picChg>
        <pc:picChg chg="add del mod">
          <ac:chgData name="ALCOBILLA FERRARA, EDUARDO" userId="881512c4-6746-4e13-ba69-1bcb5f55f502" providerId="ADAL" clId="{DA51D077-8C7E-4A10-81E1-3A027E8361E1}" dt="2026-06-20T12:52:29.956" v="3304" actId="478"/>
          <ac:picMkLst>
            <pc:docMk/>
            <pc:sldMk cId="2873072705" sldId="270"/>
            <ac:picMk id="13" creationId="{B1E53947-91BC-A380-1F77-F0408BAD9DEC}"/>
          </ac:picMkLst>
        </pc:picChg>
        <pc:picChg chg="add mod">
          <ac:chgData name="ALCOBILLA FERRARA, EDUARDO" userId="881512c4-6746-4e13-ba69-1bcb5f55f502" providerId="ADAL" clId="{DA51D077-8C7E-4A10-81E1-3A027E8361E1}" dt="2026-06-20T12:52:28.520" v="3303"/>
          <ac:picMkLst>
            <pc:docMk/>
            <pc:sldMk cId="2873072705" sldId="270"/>
            <ac:picMk id="15" creationId="{2FA82C5E-AA40-649E-E189-54667440F02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EED9F-3224-4025-9B6E-FA38A818D20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D2D4A4-3E04-4998-8D52-FDBE5C65C7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8852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FB917-67F5-0C47-C964-D89825334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67DB1F-08F8-1245-6F27-763C8839A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E21AA1-3DBE-D24D-FCB9-CE447029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C728-19B5-448E-8F26-24C719005787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401D88-DB60-3911-52FF-3E277A4D1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A50FA5-EAA2-46B7-3E95-15160F01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5725-2018-4E46-B581-6DB7855584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2857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4D4D6C-4E6E-EE5A-B099-7877BC75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447ABD-C705-6D57-F837-5DF269CA3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185393-117E-E3FC-1B3A-E45FFAC6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C728-19B5-448E-8F26-24C719005787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9268E6-DB28-B7FD-8550-AAF515DD5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933139-77EB-DD3B-4FA1-18C4BB59F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5725-2018-4E46-B581-6DB7855584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5582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A48EF-621A-F154-C874-7B668B383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B500CA-5323-3240-CFDC-6E7188192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9D7E42-A61E-AF55-14D5-60D68B25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C728-19B5-448E-8F26-24C719005787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D37043-4C39-29D6-7D43-315FC788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177DD4-F5A1-10EA-88C7-7EF95A3BB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5725-2018-4E46-B581-6DB7855584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1450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35D98-D367-8BDE-ECF7-B900EA5F4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C8B40A-CDB8-F77E-E3E1-0208EC68B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BBCD9E-3B6B-7B48-0485-DA48D199A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475787-5729-9B96-3C38-6DC5C338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C728-19B5-448E-8F26-24C719005787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8DA216-54A7-707A-47AD-A573B3BA7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71422B-10F9-28A0-05AF-17EFB151B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5725-2018-4E46-B581-6DB7855584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810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E289E-E2A7-DB4D-907E-9A3295CD9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780461-DCCA-CF7C-E82D-3D269247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EE9E57-1747-7841-0804-CF9E04791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317914-4C25-17D1-A1A7-7A8DBE8B6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4FA5B4-6B23-604C-52B1-37A1FF64FD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F2D38EC-0696-5BAA-80B9-DDBF86CA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C728-19B5-448E-8F26-24C719005787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0DEA3D6-4030-7FF7-81B4-631FEB89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C5E57BB-C011-7ABF-50E9-27B97D3C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5725-2018-4E46-B581-6DB7855584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448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AFA4F-F38A-CB9A-BB40-B6435D556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40256C-1D21-5AF8-9AC6-DDDE41E9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C728-19B5-448E-8F26-24C719005787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61C9226-12E6-DCA5-6B99-6AEA3E0C2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82B70C-DE4F-94AF-B0FC-4BB7B92A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5725-2018-4E46-B581-6DB7855584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968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240537A-19D4-C7A8-42B0-51EAE809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C728-19B5-448E-8F26-24C719005787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FCF8C6-A363-E286-E14D-BBCDB5DA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78F5AB-6EAA-9607-10DF-6FBC0542F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5725-2018-4E46-B581-6DB7855584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9314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67865-0398-7584-1AA6-6CAC8E9EE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2A79D9-EADE-8A3C-90F3-DBE34EF2F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EEAC73-6B08-B3DF-CD36-DD7A01F43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395DAB-8003-4E98-9F32-0B66B5BD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C728-19B5-448E-8F26-24C719005787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69E30B-318E-E604-C7E3-3B8B0EC3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DF1D6A-567C-125B-1808-9ABFD4F49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5725-2018-4E46-B581-6DB7855584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6303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C2D06-F4C6-2F15-BE49-B9CCE64A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6B9BEA7-2656-2843-8414-BA26CBB7B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94C21D-2C1F-0EE2-B646-FAE192E52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887804-14EF-ECF5-8450-7B4993E98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C728-19B5-448E-8F26-24C719005787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111345-134C-93D3-84D6-D0BA7C7E9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82240B-375F-9307-6AFD-4F49E59C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5725-2018-4E46-B581-6DB7855584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7602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F6559-1A5E-E66B-AB8F-070F95840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87722D-BDE9-2DF6-832B-5B8C054B8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880DE0-51A4-4F54-4FB3-8AF6316C5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C728-19B5-448E-8F26-24C719005787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F205DA-9C1A-0154-609E-6DFE55EC9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F0815D-D3AF-FFF1-2015-47AC452AC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5725-2018-4E46-B581-6DB7855584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4152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EA4221-60FF-DB9F-162B-558809871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075694-E744-DEC6-C0F7-BF76C8001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ACA525-A2C9-4813-BE69-20E935C0C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C728-19B5-448E-8F26-24C719005787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53E711-A46C-2BF2-3DB1-0A735C558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03A856-DBCA-AADF-3D1D-E391F296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5725-2018-4E46-B581-6DB7855584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0921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0AF5-37BF-4518-87B1-F0C4E195D467}" type="datetimeFigureOut">
              <a:rPr lang="es-ES" smtClean="0"/>
              <a:pPr/>
              <a:t>20/06/2026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69D7D-A5BD-4621-8F34-F71A6C47E228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2834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0AF5-37BF-4518-87B1-F0C4E195D467}" type="datetimeFigureOut">
              <a:rPr lang="es-ES" smtClean="0"/>
              <a:pPr/>
              <a:t>20/06/2026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69D7D-A5BD-4621-8F34-F71A6C47E228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5775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0AF5-37BF-4518-87B1-F0C4E195D467}" type="datetimeFigureOut">
              <a:rPr lang="es-ES" smtClean="0"/>
              <a:pPr/>
              <a:t>20/06/2026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69D7D-A5BD-4621-8F34-F71A6C47E228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9063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0AF5-37BF-4518-87B1-F0C4E195D467}" type="datetimeFigureOut">
              <a:rPr lang="es-ES" smtClean="0"/>
              <a:pPr/>
              <a:t>20/06/2026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69D7D-A5BD-4621-8F34-F71A6C47E228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0011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0AF5-37BF-4518-87B1-F0C4E195D467}" type="datetimeFigureOut">
              <a:rPr lang="es-ES" smtClean="0"/>
              <a:pPr/>
              <a:t>20/06/2026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69D7D-A5BD-4621-8F34-F71A6C47E228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20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0AF5-37BF-4518-87B1-F0C4E195D467}" type="datetimeFigureOut">
              <a:rPr lang="es-ES" smtClean="0"/>
              <a:pPr/>
              <a:t>20/06/2026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69D7D-A5BD-4621-8F34-F71A6C47E228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70128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0AF5-37BF-4518-87B1-F0C4E195D467}" type="datetimeFigureOut">
              <a:rPr lang="es-ES" smtClean="0"/>
              <a:pPr/>
              <a:t>20/06/2026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69D7D-A5BD-4621-8F34-F71A6C47E228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21060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0AF5-37BF-4518-87B1-F0C4E195D467}" type="datetimeFigureOut">
              <a:rPr lang="es-ES" smtClean="0"/>
              <a:pPr/>
              <a:t>20/06/2026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69D7D-A5BD-4621-8F34-F71A6C47E228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3077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0AF5-37BF-4518-87B1-F0C4E195D467}" type="datetimeFigureOut">
              <a:rPr lang="es-ES" smtClean="0"/>
              <a:pPr/>
              <a:t>20/06/2026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69D7D-A5BD-4621-8F34-F71A6C47E228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25710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0AF5-37BF-4518-87B1-F0C4E195D467}" type="datetimeFigureOut">
              <a:rPr lang="es-ES" smtClean="0"/>
              <a:pPr/>
              <a:t>20/06/2026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69D7D-A5BD-4621-8F34-F71A6C47E228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3077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0AF5-37BF-4518-87B1-F0C4E195D467}" type="datetimeFigureOut">
              <a:rPr lang="es-ES" smtClean="0"/>
              <a:pPr/>
              <a:t>20/06/2026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69D7D-A5BD-4621-8F34-F71A6C47E228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1045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BD56B19-DCE3-296A-E2C7-6AC0A855E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738D54-E317-90F8-63CF-296B2D015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B324F2-7435-FE7C-EB06-63B2F9F06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BFC728-19B5-448E-8F26-24C719005787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570D83-AAA5-77D1-4542-CDC9E7E87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7DAB62-4563-A8F4-B497-43C980663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75725-2018-4E46-B581-6DB7855584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017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90AF5-37BF-4518-87B1-F0C4E195D467}" type="datetimeFigureOut">
              <a:rPr lang="es-ES" smtClean="0"/>
              <a:pPr/>
              <a:t>20/06/2026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69D7D-A5BD-4621-8F34-F71A6C47E228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027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1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.png"/><Relationship Id="rId2" Type="http://schemas.openxmlformats.org/officeDocument/2006/relationships/image" Target="../media/image110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0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2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3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C1374B6-AEF7-F675-3E05-FFAD77413DF9}"/>
              </a:ext>
            </a:extLst>
          </p:cNvPr>
          <p:cNvSpPr txBox="1"/>
          <p:nvPr/>
        </p:nvSpPr>
        <p:spPr>
          <a:xfrm>
            <a:off x="760476" y="881507"/>
            <a:ext cx="10671048" cy="5094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835">
              <a:lnSpc>
                <a:spcPct val="200000"/>
              </a:lnSpc>
              <a:spcBef>
                <a:spcPts val="815"/>
              </a:spcBef>
              <a:buNone/>
            </a:pPr>
            <a:r>
              <a:rPr lang="es-ES" sz="2400" b="1" u="sng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MODELO ALGEBRAICO PARA LA OPTIMIZACIÓN DE LA AGENDA DE CITACIÓN DE LAS MUJERES INCLUIDAS EN EL PROGRAMA DE CRIBADO DE UNA UNIDAD DE PREVENCIÓN DEL CÁNCER DE MAMA</a:t>
            </a:r>
            <a:r>
              <a:rPr lang="es-ES" sz="2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.</a:t>
            </a:r>
          </a:p>
          <a:p>
            <a:pPr marL="76835">
              <a:lnSpc>
                <a:spcPct val="200000"/>
              </a:lnSpc>
              <a:spcBef>
                <a:spcPts val="815"/>
              </a:spcBef>
              <a:buNone/>
            </a:pPr>
            <a:endParaRPr lang="es-ES" sz="800" b="1" dirty="0">
              <a:effectLst/>
              <a:latin typeface="Arial" panose="020B0604020202020204" pitchFamily="34" charset="0"/>
              <a:ea typeface="Arial MT"/>
              <a:cs typeface="Arial MT"/>
            </a:endParaRPr>
          </a:p>
          <a:p>
            <a:pPr marL="76835">
              <a:lnSpc>
                <a:spcPct val="200000"/>
              </a:lnSpc>
              <a:spcBef>
                <a:spcPts val="815"/>
              </a:spcBef>
              <a:buNone/>
            </a:pPr>
            <a:r>
              <a:rPr lang="es-ES" sz="1800" b="1" dirty="0">
                <a:effectLst/>
                <a:latin typeface="Arial" panose="020B0604020202020204" pitchFamily="34" charset="0"/>
                <a:ea typeface="Arial MT"/>
                <a:cs typeface="Arial MT"/>
              </a:rPr>
              <a:t>MODALIDAD DE TRABAJO</a:t>
            </a:r>
            <a:r>
              <a:rPr lang="es-ES" sz="1800" dirty="0">
                <a:effectLst/>
                <a:latin typeface="Arial" panose="020B0604020202020204" pitchFamily="34" charset="0"/>
                <a:ea typeface="Arial MT"/>
                <a:cs typeface="Arial MT"/>
              </a:rPr>
              <a:t>: trabajo práctico sobre un problema concreto.</a:t>
            </a:r>
            <a:endParaRPr lang="es-ES" sz="1800" dirty="0">
              <a:effectLst/>
              <a:latin typeface="Arial MT"/>
              <a:ea typeface="Arial MT"/>
              <a:cs typeface="Arial MT"/>
            </a:endParaRPr>
          </a:p>
          <a:p>
            <a:pPr marL="76835">
              <a:lnSpc>
                <a:spcPct val="200000"/>
              </a:lnSpc>
              <a:spcBef>
                <a:spcPts val="815"/>
              </a:spcBef>
              <a:buNone/>
            </a:pPr>
            <a:r>
              <a:rPr lang="es-ES" sz="1800" b="1" dirty="0">
                <a:effectLst/>
                <a:latin typeface="Arial" panose="020B0604020202020204" pitchFamily="34" charset="0"/>
                <a:ea typeface="Arial MT"/>
                <a:cs typeface="Arial MT"/>
              </a:rPr>
              <a:t>AUTOR</a:t>
            </a:r>
            <a:r>
              <a:rPr lang="es-ES" sz="1800" dirty="0">
                <a:effectLst/>
                <a:latin typeface="Arial" panose="020B0604020202020204" pitchFamily="34" charset="0"/>
                <a:ea typeface="Arial MT"/>
                <a:cs typeface="Arial MT"/>
              </a:rPr>
              <a:t>: EDUARDO ALCOBILLA-FERRARA (</a:t>
            </a:r>
            <a:r>
              <a:rPr lang="es-ES" sz="1800" i="1" dirty="0"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alcobilla_edu@gva.es</a:t>
            </a:r>
            <a:r>
              <a:rPr lang="es-ES" sz="1800" dirty="0">
                <a:effectLst/>
                <a:latin typeface="Arial" panose="020B0604020202020204" pitchFamily="34" charset="0"/>
                <a:ea typeface="Arial MT"/>
                <a:cs typeface="Arial MT"/>
              </a:rPr>
              <a:t>)</a:t>
            </a:r>
            <a:endParaRPr lang="es-ES" sz="1800" dirty="0">
              <a:effectLst/>
              <a:latin typeface="Arial MT"/>
              <a:ea typeface="Arial MT"/>
              <a:cs typeface="Arial MT"/>
            </a:endParaRPr>
          </a:p>
          <a:p>
            <a:pPr marL="76835">
              <a:lnSpc>
                <a:spcPct val="200000"/>
              </a:lnSpc>
              <a:spcBef>
                <a:spcPts val="805"/>
              </a:spcBef>
              <a:buNone/>
            </a:pPr>
            <a:r>
              <a:rPr lang="es-ES" sz="1800" b="1" dirty="0">
                <a:effectLst/>
                <a:latin typeface="Arial" panose="020B0604020202020204" pitchFamily="34" charset="0"/>
                <a:ea typeface="Arial MT"/>
                <a:cs typeface="Arial MT"/>
              </a:rPr>
              <a:t>PUESTO Y CENTRO DE TRABAJO</a:t>
            </a:r>
            <a:r>
              <a:rPr lang="es-ES" sz="1800" dirty="0">
                <a:effectLst/>
                <a:latin typeface="Arial" panose="020B0604020202020204" pitchFamily="34" charset="0"/>
                <a:ea typeface="Arial MT"/>
                <a:cs typeface="Arial MT"/>
              </a:rPr>
              <a:t>: jefe de la Sección de Promoción y Programas de Salud. Centro de Salud Pública de Castellón.</a:t>
            </a:r>
            <a:endParaRPr lang="es-ES" sz="1800" dirty="0">
              <a:effectLst/>
              <a:latin typeface="Arial MT"/>
              <a:ea typeface="Arial MT"/>
              <a:cs typeface="Arial M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A19A25B-2FEC-5936-5A4D-99B64222F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935" y="6404989"/>
            <a:ext cx="1309552" cy="3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1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8A5FEC7-43D9-92BE-0813-68D1B88851C6}"/>
              </a:ext>
            </a:extLst>
          </p:cNvPr>
          <p:cNvSpPr txBox="1"/>
          <p:nvPr/>
        </p:nvSpPr>
        <p:spPr>
          <a:xfrm>
            <a:off x="810951" y="186147"/>
            <a:ext cx="50345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FORMULACIÓN DEL PROBLEMA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164A3F2-A6EC-885B-B96C-4F1AC0FBC77F}"/>
              </a:ext>
            </a:extLst>
          </p:cNvPr>
          <p:cNvCxnSpPr/>
          <p:nvPr/>
        </p:nvCxnSpPr>
        <p:spPr>
          <a:xfrm>
            <a:off x="730589" y="131402"/>
            <a:ext cx="0" cy="25827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0CE5BE4-0760-D37B-53C5-9C52CF8320EB}"/>
              </a:ext>
            </a:extLst>
          </p:cNvPr>
          <p:cNvCxnSpPr/>
          <p:nvPr/>
        </p:nvCxnSpPr>
        <p:spPr>
          <a:xfrm>
            <a:off x="192948" y="702556"/>
            <a:ext cx="80852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A1F1C6C-8790-AE0E-2DFD-17CCF319B807}"/>
              </a:ext>
            </a:extLst>
          </p:cNvPr>
          <p:cNvSpPr/>
          <p:nvPr/>
        </p:nvSpPr>
        <p:spPr>
          <a:xfrm>
            <a:off x="4548786" y="1132054"/>
            <a:ext cx="2255518" cy="10424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tx1"/>
                </a:solidFill>
              </a:rPr>
              <a:t>AGENDA CITAS UPCM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E3B6E8D-B442-6614-6400-D1C6CD052A38}"/>
              </a:ext>
            </a:extLst>
          </p:cNvPr>
          <p:cNvSpPr/>
          <p:nvPr/>
        </p:nvSpPr>
        <p:spPr>
          <a:xfrm>
            <a:off x="4407648" y="3071510"/>
            <a:ext cx="2875771" cy="180052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RENDIMIENTO</a:t>
            </a:r>
          </a:p>
          <a:p>
            <a:pPr algn="ctr"/>
            <a:r>
              <a:rPr lang="es-ES" sz="2800" b="1" dirty="0">
                <a:solidFill>
                  <a:schemeClr val="tx1"/>
                </a:solidFill>
              </a:rPr>
              <a:t>UPCM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: esquinas redondeadas 10">
                <a:extLst>
                  <a:ext uri="{FF2B5EF4-FFF2-40B4-BE49-F238E27FC236}">
                    <a16:creationId xmlns:a16="http://schemas.microsoft.com/office/drawing/2014/main" id="{DFD1ACFA-DC30-5407-94A6-1BAAFC6C8468}"/>
                  </a:ext>
                </a:extLst>
              </p:cNvPr>
              <p:cNvSpPr/>
              <p:nvPr/>
            </p:nvSpPr>
            <p:spPr>
              <a:xfrm>
                <a:off x="1614928" y="1243841"/>
                <a:ext cx="2255518" cy="78934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b="1" i="1" u="sng" dirty="0">
                    <a:solidFill>
                      <a:srgbClr val="FF0000"/>
                    </a:solidFill>
                  </a:rPr>
                  <a:t>Alto ausentismo </a:t>
                </a:r>
                <a14:m>
                  <m:oMath xmlns:m="http://schemas.openxmlformats.org/officeDocument/2006/math">
                    <m:r>
                      <a:rPr lang="es-E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(~</m:t>
                    </m:r>
                    <m:r>
                      <a:rPr lang="es-E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𝟑𝟎</m:t>
                    </m:r>
                    <m:r>
                      <a:rPr lang="es-E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s-ES" b="1" dirty="0">
                    <a:solidFill>
                      <a:srgbClr val="FF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1" name="Rectángulo: esquinas redondeadas 10">
                <a:extLst>
                  <a:ext uri="{FF2B5EF4-FFF2-40B4-BE49-F238E27FC236}">
                    <a16:creationId xmlns:a16="http://schemas.microsoft.com/office/drawing/2014/main" id="{DFD1ACFA-DC30-5407-94A6-1BAAFC6C84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928" y="1243841"/>
                <a:ext cx="2255518" cy="789345"/>
              </a:xfrm>
              <a:prstGeom prst="roundRect">
                <a:avLst/>
              </a:prstGeom>
              <a:blipFill>
                <a:blip r:embed="rId2"/>
                <a:stretch>
                  <a:fillRect b="-15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9D9D750-9F54-1B88-4056-430B657EFD1E}"/>
              </a:ext>
            </a:extLst>
          </p:cNvPr>
          <p:cNvSpPr/>
          <p:nvPr/>
        </p:nvSpPr>
        <p:spPr>
          <a:xfrm>
            <a:off x="7704265" y="5321601"/>
            <a:ext cx="2255518" cy="58680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i="1" dirty="0">
                <a:solidFill>
                  <a:schemeClr val="tx1"/>
                </a:solidFill>
              </a:rPr>
              <a:t>Sobrecitación controlada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4F5B3D3-90B2-597A-7074-A3928F1DBAAB}"/>
              </a:ext>
            </a:extLst>
          </p:cNvPr>
          <p:cNvSpPr/>
          <p:nvPr/>
        </p:nvSpPr>
        <p:spPr>
          <a:xfrm>
            <a:off x="7463664" y="1107645"/>
            <a:ext cx="2496119" cy="22253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u="sng" dirty="0">
                <a:solidFill>
                  <a:schemeClr val="tx1"/>
                </a:solidFill>
              </a:rPr>
              <a:t>Optimización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s-ES" i="1" u="sng" dirty="0">
                <a:solidFill>
                  <a:schemeClr val="tx1"/>
                </a:solidFill>
              </a:rPr>
              <a:t>Categorización</a:t>
            </a:r>
            <a:r>
              <a:rPr lang="es-ES" dirty="0">
                <a:solidFill>
                  <a:schemeClr val="tx1"/>
                </a:solidFill>
              </a:rPr>
              <a:t> de las mujeres según histórico de citas.</a:t>
            </a:r>
          </a:p>
          <a:p>
            <a:pPr marL="285750" indent="-285750">
              <a:buFontTx/>
              <a:buChar char="-"/>
            </a:pPr>
            <a:r>
              <a:rPr lang="es-ES" i="1" dirty="0">
                <a:solidFill>
                  <a:schemeClr val="tx1"/>
                </a:solidFill>
              </a:rPr>
              <a:t>Cálculo de la </a:t>
            </a:r>
            <a:r>
              <a:rPr lang="es-ES" i="1" u="sng" dirty="0">
                <a:solidFill>
                  <a:schemeClr val="tx1"/>
                </a:solidFill>
              </a:rPr>
              <a:t>probabilidad</a:t>
            </a:r>
            <a:r>
              <a:rPr lang="es-ES" u="sng" dirty="0">
                <a:solidFill>
                  <a:schemeClr val="tx1"/>
                </a:solidFill>
              </a:rPr>
              <a:t> </a:t>
            </a:r>
            <a:r>
              <a:rPr lang="es-ES" dirty="0">
                <a:solidFill>
                  <a:schemeClr val="tx1"/>
                </a:solidFill>
              </a:rPr>
              <a:t>de                                                                                                                                                                               </a:t>
            </a:r>
          </a:p>
          <a:p>
            <a:r>
              <a:rPr lang="es-ES" dirty="0">
                <a:solidFill>
                  <a:schemeClr val="tx1"/>
                </a:solidFill>
              </a:rPr>
              <a:t>      que acudan</a:t>
            </a: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01BD0837-C249-0B41-B5AE-7841536F5670}"/>
              </a:ext>
            </a:extLst>
          </p:cNvPr>
          <p:cNvSpPr/>
          <p:nvPr/>
        </p:nvSpPr>
        <p:spPr>
          <a:xfrm>
            <a:off x="6804304" y="1536398"/>
            <a:ext cx="668937" cy="204233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Flecha: hacia la izquierda 18">
            <a:extLst>
              <a:ext uri="{FF2B5EF4-FFF2-40B4-BE49-F238E27FC236}">
                <a16:creationId xmlns:a16="http://schemas.microsoft.com/office/drawing/2014/main" id="{5F00014F-C99B-3568-FDA7-F1EB3DEB6130}"/>
              </a:ext>
            </a:extLst>
          </p:cNvPr>
          <p:cNvSpPr/>
          <p:nvPr/>
        </p:nvSpPr>
        <p:spPr>
          <a:xfrm>
            <a:off x="3879849" y="1495509"/>
            <a:ext cx="668938" cy="24512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: esquinas redondeadas 1">
                <a:extLst>
                  <a:ext uri="{FF2B5EF4-FFF2-40B4-BE49-F238E27FC236}">
                    <a16:creationId xmlns:a16="http://schemas.microsoft.com/office/drawing/2014/main" id="{41B1A088-3B00-EF97-AA22-CB2D59BD8C02}"/>
                  </a:ext>
                </a:extLst>
              </p:cNvPr>
              <p:cNvSpPr/>
              <p:nvPr/>
            </p:nvSpPr>
            <p:spPr>
              <a:xfrm>
                <a:off x="8902523" y="3776418"/>
                <a:ext cx="2757770" cy="109561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s-ES" i="1" dirty="0">
                    <a:solidFill>
                      <a:schemeClr val="tx1"/>
                    </a:solidFill>
                  </a:rPr>
                  <a:t>Simplex</a:t>
                </a:r>
              </a:p>
              <a:p>
                <a:r>
                  <a:rPr lang="es-ES" i="1" dirty="0">
                    <a:solidFill>
                      <a:schemeClr val="tx1"/>
                    </a:solidFill>
                  </a:rPr>
                  <a:t>Convolución</a:t>
                </a:r>
                <a:r>
                  <a:rPr lang="es-E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𝐵𝑖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dirty="0">
                  <a:solidFill>
                    <a:schemeClr val="tx1"/>
                  </a:solidFill>
                </a:endParaRPr>
              </a:p>
              <a:p>
                <a:r>
                  <a:rPr lang="es-ES" i="1" dirty="0">
                    <a:solidFill>
                      <a:schemeClr val="tx1"/>
                    </a:solidFill>
                  </a:rPr>
                  <a:t>Montecarlo</a:t>
                </a:r>
              </a:p>
            </p:txBody>
          </p:sp>
        </mc:Choice>
        <mc:Fallback xmlns="">
          <p:sp>
            <p:nvSpPr>
              <p:cNvPr id="2" name="Rectángulo: esquinas redondeadas 1">
                <a:extLst>
                  <a:ext uri="{FF2B5EF4-FFF2-40B4-BE49-F238E27FC236}">
                    <a16:creationId xmlns:a16="http://schemas.microsoft.com/office/drawing/2014/main" id="{41B1A088-3B00-EF97-AA22-CB2D59BD8C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2523" y="3776418"/>
                <a:ext cx="2757770" cy="1095614"/>
              </a:xfrm>
              <a:prstGeom prst="roundRect">
                <a:avLst/>
              </a:prstGeom>
              <a:blipFill>
                <a:blip r:embed="rId3"/>
                <a:stretch>
                  <a:fillRect b="-109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9F549A4E-F6F5-A0E5-0CF1-4CBF4B5F7F52}"/>
              </a:ext>
            </a:extLst>
          </p:cNvPr>
          <p:cNvSpPr/>
          <p:nvPr/>
        </p:nvSpPr>
        <p:spPr>
          <a:xfrm>
            <a:off x="8550179" y="3329916"/>
            <a:ext cx="259515" cy="19886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76FD7162-E378-2700-10E3-C4211772A80D}"/>
              </a:ext>
            </a:extLst>
          </p:cNvPr>
          <p:cNvSpPr/>
          <p:nvPr/>
        </p:nvSpPr>
        <p:spPr>
          <a:xfrm>
            <a:off x="1910592" y="2024376"/>
            <a:ext cx="242670" cy="205831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6C2E4D1B-3212-D827-63D6-7B93582C7DEE}"/>
              </a:ext>
            </a:extLst>
          </p:cNvPr>
          <p:cNvSpPr/>
          <p:nvPr/>
        </p:nvSpPr>
        <p:spPr>
          <a:xfrm>
            <a:off x="1248205" y="4082687"/>
            <a:ext cx="1583453" cy="78934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i="1" u="sng" dirty="0">
                <a:solidFill>
                  <a:srgbClr val="FF0000"/>
                </a:solidFill>
              </a:rPr>
              <a:t>Aumento de demoras</a:t>
            </a:r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43EF52FD-7F47-E129-465B-F386C8975030}"/>
              </a:ext>
            </a:extLst>
          </p:cNvPr>
          <p:cNvSpPr/>
          <p:nvPr/>
        </p:nvSpPr>
        <p:spPr>
          <a:xfrm>
            <a:off x="2517182" y="5218819"/>
            <a:ext cx="1831851" cy="78934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i="1" u="sng" dirty="0">
                <a:solidFill>
                  <a:srgbClr val="FF0000"/>
                </a:solidFill>
              </a:rPr>
              <a:t>Recursos infrautilizados</a:t>
            </a:r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23" name="Flecha: hacia abajo 22">
            <a:extLst>
              <a:ext uri="{FF2B5EF4-FFF2-40B4-BE49-F238E27FC236}">
                <a16:creationId xmlns:a16="http://schemas.microsoft.com/office/drawing/2014/main" id="{420F3B4E-964E-179A-CAA8-B9A6C81D0E8E}"/>
              </a:ext>
            </a:extLst>
          </p:cNvPr>
          <p:cNvSpPr/>
          <p:nvPr/>
        </p:nvSpPr>
        <p:spPr>
          <a:xfrm>
            <a:off x="3303351" y="2033185"/>
            <a:ext cx="259515" cy="3185633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6FAE882-0D02-6F48-290D-8BE94BDBE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935" y="6404989"/>
            <a:ext cx="1309552" cy="3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31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EEBE-0AED-993B-5341-F4363BB80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58278C78-1710-F679-B1F3-D59CFDB31B9E}"/>
                  </a:ext>
                </a:extLst>
              </p:cNvPr>
              <p:cNvSpPr txBox="1"/>
              <p:nvPr/>
            </p:nvSpPr>
            <p:spPr>
              <a:xfrm>
                <a:off x="871323" y="178265"/>
                <a:ext cx="108786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CATEGORIZACIÓN DE LAS MUJERES SEGÚN HISTÓRICO DE VISITAS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E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rial MT"/>
                            <a:cs typeface="Arial" panose="020B0604020202020204" pitchFamily="34" charset="0"/>
                          </a:rPr>
                          <m:t>𝑐</m:t>
                        </m:r>
                      </m:e>
                      <m:sub>
                        <m:r>
                          <a:rPr lang="es-E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rial MT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</m:oMath>
                </a14:m>
                <a:endParaRPr lang="es-ES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58278C78-1710-F679-B1F3-D59CFDB31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23" y="178265"/>
                <a:ext cx="10878619" cy="461665"/>
              </a:xfrm>
              <a:prstGeom prst="rect">
                <a:avLst/>
              </a:prstGeom>
              <a:blipFill>
                <a:blip r:embed="rId2"/>
                <a:stretch>
                  <a:fillRect l="-897" t="-9211" b="-3026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77B37A9E-ACC5-CABF-8287-3F959D7DE62C}"/>
              </a:ext>
            </a:extLst>
          </p:cNvPr>
          <p:cNvCxnSpPr/>
          <p:nvPr/>
        </p:nvCxnSpPr>
        <p:spPr>
          <a:xfrm>
            <a:off x="730589" y="131402"/>
            <a:ext cx="0" cy="25827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EC3580C6-E390-BA6A-A21E-48CBE527FCD2}"/>
              </a:ext>
            </a:extLst>
          </p:cNvPr>
          <p:cNvCxnSpPr/>
          <p:nvPr/>
        </p:nvCxnSpPr>
        <p:spPr>
          <a:xfrm>
            <a:off x="192948" y="702556"/>
            <a:ext cx="80852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4A638CAD-FD90-8E4F-1A85-267CE0418739}"/>
              </a:ext>
            </a:extLst>
          </p:cNvPr>
          <p:cNvGrpSpPr/>
          <p:nvPr/>
        </p:nvGrpSpPr>
        <p:grpSpPr>
          <a:xfrm>
            <a:off x="1120755" y="794891"/>
            <a:ext cx="9950489" cy="5867149"/>
            <a:chOff x="558043" y="822323"/>
            <a:chExt cx="9950489" cy="5867149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F9234D38-53B7-19CF-79A8-B70C574862F6}"/>
                </a:ext>
              </a:extLst>
            </p:cNvPr>
            <p:cNvGrpSpPr/>
            <p:nvPr/>
          </p:nvGrpSpPr>
          <p:grpSpPr>
            <a:xfrm>
              <a:off x="1883218" y="822323"/>
              <a:ext cx="8625314" cy="5867149"/>
              <a:chOff x="1883218" y="822323"/>
              <a:chExt cx="8625314" cy="586714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Diagrama de flujo: decisión 5">
                    <a:extLst>
                      <a:ext uri="{FF2B5EF4-FFF2-40B4-BE49-F238E27FC236}">
                        <a16:creationId xmlns:a16="http://schemas.microsoft.com/office/drawing/2014/main" id="{F8BA7ADB-CB27-34DA-FD51-A43DCCF2FD4D}"/>
                      </a:ext>
                    </a:extLst>
                  </p:cNvPr>
                  <p:cNvSpPr/>
                  <p:nvPr/>
                </p:nvSpPr>
                <p:spPr>
                  <a:xfrm>
                    <a:off x="4701579" y="1528730"/>
                    <a:ext cx="1237129" cy="806823"/>
                  </a:xfrm>
                  <a:prstGeom prst="flowChartDecision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=0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6" name="Diagrama de flujo: decisión 5">
                    <a:extLst>
                      <a:ext uri="{FF2B5EF4-FFF2-40B4-BE49-F238E27FC236}">
                        <a16:creationId xmlns:a16="http://schemas.microsoft.com/office/drawing/2014/main" id="{F8BA7ADB-CB27-34DA-FD51-A43DCCF2FD4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01579" y="1528730"/>
                    <a:ext cx="1237129" cy="806823"/>
                  </a:xfrm>
                  <a:prstGeom prst="flowChartDecision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Diagrama de flujo: decisión 7">
                    <a:extLst>
                      <a:ext uri="{FF2B5EF4-FFF2-40B4-BE49-F238E27FC236}">
                        <a16:creationId xmlns:a16="http://schemas.microsoft.com/office/drawing/2014/main" id="{6B0E584A-968D-A8CE-A8BB-0239B04B7126}"/>
                      </a:ext>
                    </a:extLst>
                  </p:cNvPr>
                  <p:cNvSpPr/>
                  <p:nvPr/>
                </p:nvSpPr>
                <p:spPr>
                  <a:xfrm>
                    <a:off x="6553167" y="1499480"/>
                    <a:ext cx="1237129" cy="806823"/>
                  </a:xfrm>
                  <a:prstGeom prst="flowChartDecision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=1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8" name="Diagrama de flujo: decisión 7">
                    <a:extLst>
                      <a:ext uri="{FF2B5EF4-FFF2-40B4-BE49-F238E27FC236}">
                        <a16:creationId xmlns:a16="http://schemas.microsoft.com/office/drawing/2014/main" id="{6B0E584A-968D-A8CE-A8BB-0239B04B71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53167" y="1499480"/>
                    <a:ext cx="1237129" cy="806823"/>
                  </a:xfrm>
                  <a:prstGeom prst="flowChartDecision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Diagrama de flujo: decisión 8">
                    <a:extLst>
                      <a:ext uri="{FF2B5EF4-FFF2-40B4-BE49-F238E27FC236}">
                        <a16:creationId xmlns:a16="http://schemas.microsoft.com/office/drawing/2014/main" id="{929F6AD5-C312-4C63-86BD-50A363334929}"/>
                      </a:ext>
                    </a:extLst>
                  </p:cNvPr>
                  <p:cNvSpPr/>
                  <p:nvPr/>
                </p:nvSpPr>
                <p:spPr>
                  <a:xfrm>
                    <a:off x="3731682" y="2250715"/>
                    <a:ext cx="1237129" cy="806823"/>
                  </a:xfrm>
                  <a:prstGeom prst="flowChartDecision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=0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9" name="Diagrama de flujo: decisión 8">
                    <a:extLst>
                      <a:ext uri="{FF2B5EF4-FFF2-40B4-BE49-F238E27FC236}">
                        <a16:creationId xmlns:a16="http://schemas.microsoft.com/office/drawing/2014/main" id="{929F6AD5-C312-4C63-86BD-50A36333492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1682" y="2250715"/>
                    <a:ext cx="1237129" cy="806823"/>
                  </a:xfrm>
                  <a:prstGeom prst="flowChartDecision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Diagrama de flujo: decisión 9">
                    <a:extLst>
                      <a:ext uri="{FF2B5EF4-FFF2-40B4-BE49-F238E27FC236}">
                        <a16:creationId xmlns:a16="http://schemas.microsoft.com/office/drawing/2014/main" id="{8028B346-9149-D1CF-A5AD-7EDE438E3E22}"/>
                      </a:ext>
                    </a:extLst>
                  </p:cNvPr>
                  <p:cNvSpPr/>
                  <p:nvPr/>
                </p:nvSpPr>
                <p:spPr>
                  <a:xfrm>
                    <a:off x="5636416" y="2254289"/>
                    <a:ext cx="1237129" cy="806823"/>
                  </a:xfrm>
                  <a:prstGeom prst="flowChartDecision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=1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10" name="Diagrama de flujo: decisión 9">
                    <a:extLst>
                      <a:ext uri="{FF2B5EF4-FFF2-40B4-BE49-F238E27FC236}">
                        <a16:creationId xmlns:a16="http://schemas.microsoft.com/office/drawing/2014/main" id="{8028B346-9149-D1CF-A5AD-7EDE438E3E2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36416" y="2254289"/>
                    <a:ext cx="1237129" cy="806823"/>
                  </a:xfrm>
                  <a:prstGeom prst="flowChartDecision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Diagrama de flujo: decisión 10">
                    <a:extLst>
                      <a:ext uri="{FF2B5EF4-FFF2-40B4-BE49-F238E27FC236}">
                        <a16:creationId xmlns:a16="http://schemas.microsoft.com/office/drawing/2014/main" id="{0ABA3FBF-3678-A2FC-719E-BF785278ECAF}"/>
                      </a:ext>
                    </a:extLst>
                  </p:cNvPr>
                  <p:cNvSpPr/>
                  <p:nvPr/>
                </p:nvSpPr>
                <p:spPr>
                  <a:xfrm>
                    <a:off x="7410925" y="2233051"/>
                    <a:ext cx="1237129" cy="806823"/>
                  </a:xfrm>
                  <a:prstGeom prst="flowChartDecision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=0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11" name="Diagrama de flujo: decisión 10">
                    <a:extLst>
                      <a:ext uri="{FF2B5EF4-FFF2-40B4-BE49-F238E27FC236}">
                        <a16:creationId xmlns:a16="http://schemas.microsoft.com/office/drawing/2014/main" id="{0ABA3FBF-3678-A2FC-719E-BF785278ECA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10925" y="2233051"/>
                    <a:ext cx="1237129" cy="806823"/>
                  </a:xfrm>
                  <a:prstGeom prst="flowChartDecision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Diagrama de flujo: decisión 14">
                    <a:extLst>
                      <a:ext uri="{FF2B5EF4-FFF2-40B4-BE49-F238E27FC236}">
                        <a16:creationId xmlns:a16="http://schemas.microsoft.com/office/drawing/2014/main" id="{F9776CE5-2BDD-571E-55FA-B544C45CEEFF}"/>
                      </a:ext>
                    </a:extLst>
                  </p:cNvPr>
                  <p:cNvSpPr/>
                  <p:nvPr/>
                </p:nvSpPr>
                <p:spPr>
                  <a:xfrm>
                    <a:off x="2102083" y="3613041"/>
                    <a:ext cx="1237129" cy="806823"/>
                  </a:xfrm>
                  <a:prstGeom prst="flowChartDecision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=0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15" name="Diagrama de flujo: decisión 14">
                    <a:extLst>
                      <a:ext uri="{FF2B5EF4-FFF2-40B4-BE49-F238E27FC236}">
                        <a16:creationId xmlns:a16="http://schemas.microsoft.com/office/drawing/2014/main" id="{F9776CE5-2BDD-571E-55FA-B544C45CEE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2083" y="3613041"/>
                    <a:ext cx="1237129" cy="806823"/>
                  </a:xfrm>
                  <a:prstGeom prst="flowChartDecision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Diagrama de flujo: decisión 15">
                    <a:extLst>
                      <a:ext uri="{FF2B5EF4-FFF2-40B4-BE49-F238E27FC236}">
                        <a16:creationId xmlns:a16="http://schemas.microsoft.com/office/drawing/2014/main" id="{40948034-53D2-9266-2A57-1BC48F3DE551}"/>
                      </a:ext>
                    </a:extLst>
                  </p:cNvPr>
                  <p:cNvSpPr/>
                  <p:nvPr/>
                </p:nvSpPr>
                <p:spPr>
                  <a:xfrm>
                    <a:off x="4653829" y="2985990"/>
                    <a:ext cx="1237129" cy="806823"/>
                  </a:xfrm>
                  <a:prstGeom prst="flowChartDecision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=1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16" name="Diagrama de flujo: decisión 15">
                    <a:extLst>
                      <a:ext uri="{FF2B5EF4-FFF2-40B4-BE49-F238E27FC236}">
                        <a16:creationId xmlns:a16="http://schemas.microsoft.com/office/drawing/2014/main" id="{40948034-53D2-9266-2A57-1BC48F3DE55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53829" y="2985990"/>
                    <a:ext cx="1237129" cy="806823"/>
                  </a:xfrm>
                  <a:prstGeom prst="flowChartDecision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Diagrama de flujo: decisión 17">
                    <a:extLst>
                      <a:ext uri="{FF2B5EF4-FFF2-40B4-BE49-F238E27FC236}">
                        <a16:creationId xmlns:a16="http://schemas.microsoft.com/office/drawing/2014/main" id="{80B0942F-807D-0F55-4D46-EE423752128E}"/>
                      </a:ext>
                    </a:extLst>
                  </p:cNvPr>
                  <p:cNvSpPr/>
                  <p:nvPr/>
                </p:nvSpPr>
                <p:spPr>
                  <a:xfrm>
                    <a:off x="9026151" y="3618502"/>
                    <a:ext cx="1237129" cy="806823"/>
                  </a:xfrm>
                  <a:prstGeom prst="flowChartDecision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=1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18" name="Diagrama de flujo: decisión 17">
                    <a:extLst>
                      <a:ext uri="{FF2B5EF4-FFF2-40B4-BE49-F238E27FC236}">
                        <a16:creationId xmlns:a16="http://schemas.microsoft.com/office/drawing/2014/main" id="{80B0942F-807D-0F55-4D46-EE42375212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26151" y="3618502"/>
                    <a:ext cx="1237129" cy="806823"/>
                  </a:xfrm>
                  <a:prstGeom prst="flowChartDecision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593C89AD-DB7A-C770-6C20-9473E35DB9BB}"/>
                  </a:ext>
                </a:extLst>
              </p:cNvPr>
              <p:cNvSpPr/>
              <p:nvPr/>
            </p:nvSpPr>
            <p:spPr>
              <a:xfrm>
                <a:off x="1883218" y="4864349"/>
                <a:ext cx="1696121" cy="65479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CuadroTexto 24">
                    <a:extLst>
                      <a:ext uri="{FF2B5EF4-FFF2-40B4-BE49-F238E27FC236}">
                        <a16:creationId xmlns:a16="http://schemas.microsoft.com/office/drawing/2014/main" id="{4980EC8D-99F5-1D99-FE2E-6DCE266A5511}"/>
                      </a:ext>
                    </a:extLst>
                  </p:cNvPr>
                  <p:cNvSpPr txBox="1"/>
                  <p:nvPr/>
                </p:nvSpPr>
                <p:spPr>
                  <a:xfrm>
                    <a:off x="1883218" y="4978759"/>
                    <a:ext cx="1696122" cy="39164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={0,0…,0}</m:t>
                          </m:r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25" name="CuadroTexto 24">
                    <a:extLst>
                      <a:ext uri="{FF2B5EF4-FFF2-40B4-BE49-F238E27FC236}">
                        <a16:creationId xmlns:a16="http://schemas.microsoft.com/office/drawing/2014/main" id="{4980EC8D-99F5-1D99-FE2E-6DCE266A55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3218" y="4978759"/>
                    <a:ext cx="1696122" cy="39164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0938"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7E22E2C4-26CA-B2A5-7939-CF2328F9CCC0}"/>
                  </a:ext>
                </a:extLst>
              </p:cNvPr>
              <p:cNvSpPr/>
              <p:nvPr/>
            </p:nvSpPr>
            <p:spPr>
              <a:xfrm>
                <a:off x="5367946" y="4864349"/>
                <a:ext cx="1696121" cy="65479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CuadroTexto 27">
                    <a:extLst>
                      <a:ext uri="{FF2B5EF4-FFF2-40B4-BE49-F238E27FC236}">
                        <a16:creationId xmlns:a16="http://schemas.microsoft.com/office/drawing/2014/main" id="{1FA9D5F8-ECC5-B02C-7CC7-71E156B29185}"/>
                      </a:ext>
                    </a:extLst>
                  </p:cNvPr>
                  <p:cNvSpPr txBox="1"/>
                  <p:nvPr/>
                </p:nvSpPr>
                <p:spPr>
                  <a:xfrm>
                    <a:off x="5399963" y="4976990"/>
                    <a:ext cx="1696121" cy="39164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={0,0…,1}</m:t>
                          </m:r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28" name="CuadroTexto 27">
                    <a:extLst>
                      <a:ext uri="{FF2B5EF4-FFF2-40B4-BE49-F238E27FC236}">
                        <a16:creationId xmlns:a16="http://schemas.microsoft.com/office/drawing/2014/main" id="{1FA9D5F8-ECC5-B02C-7CC7-71E156B291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9963" y="4976990"/>
                    <a:ext cx="1696121" cy="391646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9231"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C8E10EEF-A59E-3257-BE1A-12BB57C919FD}"/>
                  </a:ext>
                </a:extLst>
              </p:cNvPr>
              <p:cNvSpPr/>
              <p:nvPr/>
            </p:nvSpPr>
            <p:spPr>
              <a:xfrm>
                <a:off x="8803701" y="4848235"/>
                <a:ext cx="1696121" cy="65479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3DC92789-BB20-DF20-DBCD-2918A089AF9F}"/>
                      </a:ext>
                    </a:extLst>
                  </p:cNvPr>
                  <p:cNvSpPr txBox="1"/>
                  <p:nvPr/>
                </p:nvSpPr>
                <p:spPr>
                  <a:xfrm>
                    <a:off x="8812411" y="4979807"/>
                    <a:ext cx="1696121" cy="39164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={1,0…,1}</m:t>
                          </m:r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3DC92789-BB20-DF20-DBCD-2918A089AF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12411" y="4979807"/>
                    <a:ext cx="1696121" cy="39164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10938"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3" name="Conector recto de flecha 42">
                <a:extLst>
                  <a:ext uri="{FF2B5EF4-FFF2-40B4-BE49-F238E27FC236}">
                    <a16:creationId xmlns:a16="http://schemas.microsoft.com/office/drawing/2014/main" id="{A454364C-2973-C648-F178-97E083768C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68573" y="2133440"/>
                <a:ext cx="371093" cy="296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71DADB39-B818-1A76-4F30-078304E1A72C}"/>
                  </a:ext>
                </a:extLst>
              </p:cNvPr>
              <p:cNvSpPr txBox="1"/>
              <p:nvPr/>
            </p:nvSpPr>
            <p:spPr>
              <a:xfrm>
                <a:off x="8631705" y="3079368"/>
                <a:ext cx="322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/>
                  <a:t>…</a:t>
                </a:r>
              </a:p>
            </p:txBody>
          </p:sp>
          <p:cxnSp>
            <p:nvCxnSpPr>
              <p:cNvPr id="47" name="Conector recto de flecha 46">
                <a:extLst>
                  <a:ext uri="{FF2B5EF4-FFF2-40B4-BE49-F238E27FC236}">
                    <a16:creationId xmlns:a16="http://schemas.microsoft.com/office/drawing/2014/main" id="{8C27E6F7-1778-067F-C9F5-3080AAD3FB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00095" y="2119323"/>
                <a:ext cx="349443" cy="2909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cto de flecha 50">
                <a:extLst>
                  <a:ext uri="{FF2B5EF4-FFF2-40B4-BE49-F238E27FC236}">
                    <a16:creationId xmlns:a16="http://schemas.microsoft.com/office/drawing/2014/main" id="{D01CDBB2-CD39-FEF3-D9CB-DF26C7E366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89265" y="1425300"/>
                <a:ext cx="349443" cy="2909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recto de flecha 51">
                <a:extLst>
                  <a:ext uri="{FF2B5EF4-FFF2-40B4-BE49-F238E27FC236}">
                    <a16:creationId xmlns:a16="http://schemas.microsoft.com/office/drawing/2014/main" id="{AE8DC9D5-B76B-D723-B60F-88CE922F01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452" y="1388077"/>
                <a:ext cx="371093" cy="296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recto de flecha 52">
                <a:extLst>
                  <a:ext uri="{FF2B5EF4-FFF2-40B4-BE49-F238E27FC236}">
                    <a16:creationId xmlns:a16="http://schemas.microsoft.com/office/drawing/2014/main" id="{039F2C71-36D7-F81D-4898-6FA307D093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9287" y="2868969"/>
                <a:ext cx="371093" cy="296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recto de flecha 53">
                <a:extLst>
                  <a:ext uri="{FF2B5EF4-FFF2-40B4-BE49-F238E27FC236}">
                    <a16:creationId xmlns:a16="http://schemas.microsoft.com/office/drawing/2014/main" id="{5E5C69D4-BC70-22E2-21A3-A2F2A53EA9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56393" y="2160831"/>
                <a:ext cx="349443" cy="2909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ector recto de flecha 54">
                <a:extLst>
                  <a:ext uri="{FF2B5EF4-FFF2-40B4-BE49-F238E27FC236}">
                    <a16:creationId xmlns:a16="http://schemas.microsoft.com/office/drawing/2014/main" id="{6BCB7CBF-C036-0942-EAC1-D552446D3B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99997" y="2871817"/>
                <a:ext cx="349443" cy="2909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Diagrama de flujo: decisión 55">
                    <a:extLst>
                      <a:ext uri="{FF2B5EF4-FFF2-40B4-BE49-F238E27FC236}">
                        <a16:creationId xmlns:a16="http://schemas.microsoft.com/office/drawing/2014/main" id="{DC1DDC25-B04F-2BBB-26F3-64399FDDEC52}"/>
                      </a:ext>
                    </a:extLst>
                  </p:cNvPr>
                  <p:cNvSpPr/>
                  <p:nvPr/>
                </p:nvSpPr>
                <p:spPr>
                  <a:xfrm>
                    <a:off x="5615641" y="822323"/>
                    <a:ext cx="1237129" cy="806823"/>
                  </a:xfrm>
                  <a:prstGeom prst="flowChartDecision">
                    <a:avLst/>
                  </a:prstGeom>
                  <a:solidFill>
                    <a:srgbClr val="F8FED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=¿?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56" name="Diagrama de flujo: decisión 55">
                    <a:extLst>
                      <a:ext uri="{FF2B5EF4-FFF2-40B4-BE49-F238E27FC236}">
                        <a16:creationId xmlns:a16="http://schemas.microsoft.com/office/drawing/2014/main" id="{DC1DDC25-B04F-2BBB-26F3-64399FDDEC5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15641" y="822323"/>
                    <a:ext cx="1237129" cy="806823"/>
                  </a:xfrm>
                  <a:prstGeom prst="flowChartDecision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7" name="Conector recto de flecha 56">
                <a:extLst>
                  <a:ext uri="{FF2B5EF4-FFF2-40B4-BE49-F238E27FC236}">
                    <a16:creationId xmlns:a16="http://schemas.microsoft.com/office/drawing/2014/main" id="{BF0DFB52-3203-BCE3-DBAD-4DA5D2DC62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0687" y="2136250"/>
                <a:ext cx="371093" cy="296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ector recto de flecha 57">
                <a:extLst>
                  <a:ext uri="{FF2B5EF4-FFF2-40B4-BE49-F238E27FC236}">
                    <a16:creationId xmlns:a16="http://schemas.microsoft.com/office/drawing/2014/main" id="{6A0FA477-ED96-0D3E-163D-469933E84B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4738" y="2891553"/>
                <a:ext cx="371093" cy="296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ector recto de flecha 58">
                <a:extLst>
                  <a:ext uri="{FF2B5EF4-FFF2-40B4-BE49-F238E27FC236}">
                    <a16:creationId xmlns:a16="http://schemas.microsoft.com/office/drawing/2014/main" id="{7EF81C81-6DE9-C614-230E-03E72D511D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71519" y="2851909"/>
                <a:ext cx="349443" cy="2909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E35E5476-A5D9-4A06-0C53-FBA5428636BE}"/>
                  </a:ext>
                </a:extLst>
              </p:cNvPr>
              <p:cNvSpPr txBox="1"/>
              <p:nvPr/>
            </p:nvSpPr>
            <p:spPr>
              <a:xfrm>
                <a:off x="6907007" y="3178745"/>
                <a:ext cx="322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/>
                  <a:t>…</a:t>
                </a:r>
              </a:p>
            </p:txBody>
          </p:sp>
          <p:cxnSp>
            <p:nvCxnSpPr>
              <p:cNvPr id="63" name="Conector recto de flecha 62">
                <a:extLst>
                  <a:ext uri="{FF2B5EF4-FFF2-40B4-BE49-F238E27FC236}">
                    <a16:creationId xmlns:a16="http://schemas.microsoft.com/office/drawing/2014/main" id="{34F011C0-C2A3-E54D-5676-CE46422EB9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73200" y="2850462"/>
                <a:ext cx="349443" cy="2909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onector recto de flecha 63">
                <a:extLst>
                  <a:ext uri="{FF2B5EF4-FFF2-40B4-BE49-F238E27FC236}">
                    <a16:creationId xmlns:a16="http://schemas.microsoft.com/office/drawing/2014/main" id="{EDA38DA1-6D9D-1DCE-4F31-2B22950157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26151" y="3470181"/>
                <a:ext cx="371093" cy="296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ector recto de flecha 64">
                <a:extLst>
                  <a:ext uri="{FF2B5EF4-FFF2-40B4-BE49-F238E27FC236}">
                    <a16:creationId xmlns:a16="http://schemas.microsoft.com/office/drawing/2014/main" id="{E2E8BE9D-3278-0AF1-43CD-A1B3CA055E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00702" y="3467569"/>
                <a:ext cx="349443" cy="2909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C275F269-1D00-076C-F19F-2F290DBBF15C}"/>
                  </a:ext>
                </a:extLst>
              </p:cNvPr>
              <p:cNvSpPr txBox="1"/>
              <p:nvPr/>
            </p:nvSpPr>
            <p:spPr>
              <a:xfrm>
                <a:off x="3350118" y="3079368"/>
                <a:ext cx="322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/>
                  <a:t>…</a:t>
                </a:r>
              </a:p>
            </p:txBody>
          </p:sp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3EA202B1-2C06-6E56-16C3-02F5FCABE8ED}"/>
                  </a:ext>
                </a:extLst>
              </p:cNvPr>
              <p:cNvSpPr txBox="1"/>
              <p:nvPr/>
            </p:nvSpPr>
            <p:spPr>
              <a:xfrm>
                <a:off x="4194697" y="3831786"/>
                <a:ext cx="322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/>
                  <a:t>…</a:t>
                </a:r>
              </a:p>
            </p:txBody>
          </p:sp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3D8ED2C6-F00B-4B4D-F97A-D57543F047BA}"/>
                  </a:ext>
                </a:extLst>
              </p:cNvPr>
              <p:cNvSpPr txBox="1"/>
              <p:nvPr/>
            </p:nvSpPr>
            <p:spPr>
              <a:xfrm>
                <a:off x="6099358" y="3844365"/>
                <a:ext cx="322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/>
                  <a:t>…</a:t>
                </a:r>
              </a:p>
            </p:txBody>
          </p:sp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001D38BD-6D53-92AD-421E-C6FD7C987183}"/>
                  </a:ext>
                </a:extLst>
              </p:cNvPr>
              <p:cNvSpPr txBox="1"/>
              <p:nvPr/>
            </p:nvSpPr>
            <p:spPr>
              <a:xfrm>
                <a:off x="7863080" y="3866484"/>
                <a:ext cx="322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/>
                  <a:t>…</a:t>
                </a:r>
              </a:p>
            </p:txBody>
          </p:sp>
          <p:cxnSp>
            <p:nvCxnSpPr>
              <p:cNvPr id="70" name="Conector recto de flecha 69">
                <a:extLst>
                  <a:ext uri="{FF2B5EF4-FFF2-40B4-BE49-F238E27FC236}">
                    <a16:creationId xmlns:a16="http://schemas.microsoft.com/office/drawing/2014/main" id="{BBA06EA9-6BA3-3C5E-1432-157478C289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1927" y="3569842"/>
                <a:ext cx="371093" cy="296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Conector recto de flecha 70">
                <a:extLst>
                  <a:ext uri="{FF2B5EF4-FFF2-40B4-BE49-F238E27FC236}">
                    <a16:creationId xmlns:a16="http://schemas.microsoft.com/office/drawing/2014/main" id="{AB87D64F-5113-1940-7C43-AA95DCB4EE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4039" y="3584074"/>
                <a:ext cx="371093" cy="296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de flecha 71">
                <a:extLst>
                  <a:ext uri="{FF2B5EF4-FFF2-40B4-BE49-F238E27FC236}">
                    <a16:creationId xmlns:a16="http://schemas.microsoft.com/office/drawing/2014/main" id="{D58D8177-91BF-9A80-B907-EE725E5CEF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198" y="2871208"/>
                <a:ext cx="371093" cy="296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ector recto de flecha 72">
                <a:extLst>
                  <a:ext uri="{FF2B5EF4-FFF2-40B4-BE49-F238E27FC236}">
                    <a16:creationId xmlns:a16="http://schemas.microsoft.com/office/drawing/2014/main" id="{56880128-1324-3D70-A3C6-D9DC0BDAD8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5347" y="3614509"/>
                <a:ext cx="349443" cy="2909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ector recto de flecha 74">
                <a:extLst>
                  <a:ext uri="{FF2B5EF4-FFF2-40B4-BE49-F238E27FC236}">
                    <a16:creationId xmlns:a16="http://schemas.microsoft.com/office/drawing/2014/main" id="{613AA3EE-8DB9-DEFB-90B6-9F1366D57E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94236" y="3509188"/>
                <a:ext cx="349443" cy="2909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Conector recto de flecha 75">
                <a:extLst>
                  <a:ext uri="{FF2B5EF4-FFF2-40B4-BE49-F238E27FC236}">
                    <a16:creationId xmlns:a16="http://schemas.microsoft.com/office/drawing/2014/main" id="{39A544E9-671D-E5AC-0F3D-8037B3ACC1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90686" y="3599747"/>
                <a:ext cx="349443" cy="2909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cto de flecha 77">
                <a:extLst>
                  <a:ext uri="{FF2B5EF4-FFF2-40B4-BE49-F238E27FC236}">
                    <a16:creationId xmlns:a16="http://schemas.microsoft.com/office/drawing/2014/main" id="{805CC6AE-F50E-EAAA-6838-56B587FC8D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3936" y="3475565"/>
                <a:ext cx="371093" cy="296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Rectángulo 79">
                <a:extLst>
                  <a:ext uri="{FF2B5EF4-FFF2-40B4-BE49-F238E27FC236}">
                    <a16:creationId xmlns:a16="http://schemas.microsoft.com/office/drawing/2014/main" id="{185D105A-48F5-F6F4-1FD5-2956BEC0B304}"/>
                  </a:ext>
                </a:extLst>
              </p:cNvPr>
              <p:cNvSpPr/>
              <p:nvPr/>
            </p:nvSpPr>
            <p:spPr>
              <a:xfrm>
                <a:off x="5098871" y="5705047"/>
                <a:ext cx="2333481" cy="9844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8ACB6F1C-BE82-DDFC-60B7-CB2FCB684D72}"/>
                      </a:ext>
                    </a:extLst>
                  </p:cNvPr>
                  <p:cNvSpPr txBox="1"/>
                  <p:nvPr/>
                </p:nvSpPr>
                <p:spPr>
                  <a:xfrm>
                    <a:off x="5141356" y="5839600"/>
                    <a:ext cx="2183315" cy="66396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76835" algn="ctr">
                      <a:buNone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s-ES" sz="2400" b="1" i="1" smtClean="0">
                                <a:effectLst/>
                                <a:latin typeface="Cambria Math" panose="02040503050406030204" pitchFamily="18" charset="0"/>
                                <a:ea typeface="Arial MT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ES" sz="2400" b="1" i="1">
                                <a:effectLst/>
                                <a:latin typeface="Cambria Math" panose="02040503050406030204" pitchFamily="18" charset="0"/>
                                <a:ea typeface="Arial MT"/>
                                <a:cs typeface="Arial" panose="020B0604020202020204" pitchFamily="34" charset="0"/>
                              </a:rPr>
                              <m:t>𝒑</m:t>
                            </m:r>
                            <m:r>
                              <a:rPr lang="es-ES" sz="2400" b="1" i="1">
                                <a:effectLst/>
                                <a:latin typeface="Cambria Math" panose="02040503050406030204" pitchFamily="18" charset="0"/>
                                <a:ea typeface="Arial MT"/>
                                <a:cs typeface="Arial" panose="020B0604020202020204" pitchFamily="34" charset="0"/>
                              </a:rPr>
                              <m:t>(</m:t>
                            </m:r>
                            <m:r>
                              <a:rPr lang="es-ES" sz="2400" b="1" i="1">
                                <a:effectLst/>
                                <a:latin typeface="Cambria Math" panose="02040503050406030204" pitchFamily="18" charset="0"/>
                                <a:ea typeface="Arial MT"/>
                                <a:cs typeface="Arial" panose="020B0604020202020204" pitchFamily="34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s-ES" sz="2400" b="1" i="1">
                                <a:effectLst/>
                                <a:latin typeface="Cambria Math" panose="02040503050406030204" pitchFamily="18" charset="0"/>
                                <a:ea typeface="Arial MT"/>
                                <a:cs typeface="Arial" panose="020B0604020202020204" pitchFamily="34" charset="0"/>
                              </a:rPr>
                              <m:t>𝒋</m:t>
                            </m:r>
                          </m:sub>
                        </m:sSub>
                        <m:r>
                          <a:rPr lang="es-ES" sz="2400" b="1" i="1">
                            <a:effectLst/>
                            <a:latin typeface="Cambria Math" panose="02040503050406030204" pitchFamily="18" charset="0"/>
                            <a:ea typeface="Arial MT"/>
                            <a:cs typeface="Arial" panose="020B0604020202020204" pitchFamily="34" charset="0"/>
                          </a:rPr>
                          <m:t>)=</m:t>
                        </m:r>
                        <m:f>
                          <m:fPr>
                            <m:ctrlPr>
                              <a:rPr lang="es-ES" sz="2400" b="1" i="1">
                                <a:effectLst/>
                                <a:latin typeface="Cambria Math" panose="02040503050406030204" pitchFamily="18" charset="0"/>
                                <a:ea typeface="Arial MT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es-ES" sz="2400" b="1" i="1">
                                    <a:effectLst/>
                                    <a:latin typeface="Cambria Math" panose="02040503050406030204" pitchFamily="18" charset="0"/>
                                    <a:ea typeface="Arial MT"/>
                                    <a:cs typeface="Arial" panose="020B0604020202020204" pitchFamily="34" charset="0"/>
                                  </a:rPr>
                                </m:ctrlPr>
                              </m:naryPr>
                              <m:sub>
                                <m:r>
                                  <a:rPr lang="es-ES" sz="2400" b="1" i="1">
                                    <a:effectLst/>
                                    <a:latin typeface="Cambria Math" panose="02040503050406030204" pitchFamily="18" charset="0"/>
                                    <a:ea typeface="Arial MT"/>
                                    <a:cs typeface="Arial" panose="020B0604020202020204" pitchFamily="34" charset="0"/>
                                  </a:rPr>
                                  <m:t>𝒊</m:t>
                                </m:r>
                                <m:r>
                                  <a:rPr lang="es-ES" sz="2400" b="1" i="1">
                                    <a:effectLst/>
                                    <a:latin typeface="Cambria Math" panose="02040503050406030204" pitchFamily="18" charset="0"/>
                                    <a:ea typeface="Arial MT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es-ES" sz="2400" b="1" i="1">
                                    <a:effectLst/>
                                    <a:latin typeface="Cambria Math" panose="02040503050406030204" pitchFamily="18" charset="0"/>
                                    <a:ea typeface="Arial MT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s-ES" sz="2400" b="1" i="1">
                                    <a:effectLst/>
                                    <a:latin typeface="Cambria Math" panose="02040503050406030204" pitchFamily="18" charset="0"/>
                                    <a:ea typeface="Arial MT"/>
                                    <a:cs typeface="Arial" panose="020B0604020202020204" pitchFamily="34" charset="0"/>
                                  </a:rPr>
                                  <m:t>𝒏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s-ES" sz="2400" b="1" i="1">
                                        <a:effectLst/>
                                        <a:latin typeface="Cambria Math" panose="02040503050406030204" pitchFamily="18" charset="0"/>
                                        <a:ea typeface="Arial MT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b="1" i="1">
                                        <a:effectLst/>
                                        <a:latin typeface="Cambria Math" panose="02040503050406030204" pitchFamily="18" charset="0"/>
                                        <a:ea typeface="Arial MT"/>
                                        <a:cs typeface="Arial" panose="020B0604020202020204" pitchFamily="34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s-ES" sz="2400" b="1" i="1">
                                        <a:effectLst/>
                                        <a:latin typeface="Cambria Math" panose="02040503050406030204" pitchFamily="18" charset="0"/>
                                        <a:ea typeface="Arial MT"/>
                                        <a:cs typeface="Arial" panose="020B060402020202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r>
                              <a:rPr lang="es-ES" sz="2400" b="1" i="1">
                                <a:effectLst/>
                                <a:latin typeface="Cambria Math" panose="02040503050406030204" pitchFamily="18" charset="0"/>
                                <a:ea typeface="Arial MT"/>
                                <a:cs typeface="Arial" panose="020B0604020202020204" pitchFamily="34" charset="0"/>
                              </a:rPr>
                              <m:t>𝒏</m:t>
                            </m:r>
                          </m:den>
                        </m:f>
                      </m:oMath>
                    </a14:m>
                    <a:r>
                      <a:rPr lang="es-ES" sz="2400" dirty="0">
                        <a:effectLst/>
                        <a:latin typeface="Arial" panose="020B0604020202020204" pitchFamily="34" charset="0"/>
                        <a:ea typeface="Arial MT"/>
                        <a:cs typeface="Arial MT"/>
                      </a:rPr>
                      <a:t> </a:t>
                    </a:r>
                    <a:endParaRPr lang="es-ES" sz="2400" dirty="0">
                      <a:effectLst/>
                      <a:latin typeface="Arial MT"/>
                      <a:ea typeface="Arial MT"/>
                      <a:cs typeface="Arial MT"/>
                    </a:endParaRPr>
                  </a:p>
                </p:txBody>
              </p:sp>
            </mc:Choice>
            <mc:Fallback xmlns="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8ACB6F1C-BE82-DDFC-60B7-CB2FCB684D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1356" y="5839600"/>
                    <a:ext cx="2183315" cy="66396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Flecha: hacia abajo 80">
                <a:extLst>
                  <a:ext uri="{FF2B5EF4-FFF2-40B4-BE49-F238E27FC236}">
                    <a16:creationId xmlns:a16="http://schemas.microsoft.com/office/drawing/2014/main" id="{3615E5D9-C99C-24FB-A219-AAA997CF89C5}"/>
                  </a:ext>
                </a:extLst>
              </p:cNvPr>
              <p:cNvSpPr/>
              <p:nvPr/>
            </p:nvSpPr>
            <p:spPr>
              <a:xfrm>
                <a:off x="2613858" y="4450881"/>
                <a:ext cx="193638" cy="384171"/>
              </a:xfrm>
              <a:prstGeom prst="downArrow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2" name="Flecha: hacia abajo 81">
                <a:extLst>
                  <a:ext uri="{FF2B5EF4-FFF2-40B4-BE49-F238E27FC236}">
                    <a16:creationId xmlns:a16="http://schemas.microsoft.com/office/drawing/2014/main" id="{782AC589-D530-7C10-0CA9-2996DF3D4E13}"/>
                  </a:ext>
                </a:extLst>
              </p:cNvPr>
              <p:cNvSpPr/>
              <p:nvPr/>
            </p:nvSpPr>
            <p:spPr>
              <a:xfrm>
                <a:off x="6140573" y="4433114"/>
                <a:ext cx="193638" cy="384171"/>
              </a:xfrm>
              <a:prstGeom prst="downArrow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3" name="Flecha: hacia abajo 82">
                <a:extLst>
                  <a:ext uri="{FF2B5EF4-FFF2-40B4-BE49-F238E27FC236}">
                    <a16:creationId xmlns:a16="http://schemas.microsoft.com/office/drawing/2014/main" id="{224DE511-09E3-3C14-FD85-04BC46B6E02E}"/>
                  </a:ext>
                </a:extLst>
              </p:cNvPr>
              <p:cNvSpPr/>
              <p:nvPr/>
            </p:nvSpPr>
            <p:spPr>
              <a:xfrm>
                <a:off x="9547896" y="4450880"/>
                <a:ext cx="193638" cy="384171"/>
              </a:xfrm>
              <a:prstGeom prst="downArrow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CuadroTexto 108">
                  <a:extLst>
                    <a:ext uri="{FF2B5EF4-FFF2-40B4-BE49-F238E27FC236}">
                      <a16:creationId xmlns:a16="http://schemas.microsoft.com/office/drawing/2014/main" id="{30980429-4440-09FE-26BC-5EC967CB309C}"/>
                    </a:ext>
                  </a:extLst>
                </p:cNvPr>
                <p:cNvSpPr txBox="1"/>
                <p:nvPr/>
              </p:nvSpPr>
              <p:spPr>
                <a:xfrm>
                  <a:off x="558043" y="5814191"/>
                  <a:ext cx="4305267" cy="6686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𝑃𝑟𝑖𝑚𝑒𝑟𝑎𝑠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𝑣𝑖𝑠𝑖𝑡𝑎𝑠</m:t>
                        </m:r>
                      </m:oMath>
                    </m:oMathPara>
                  </a14:m>
                  <a:endParaRPr lang="es-ES" b="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𝑆𝑢𝑐𝑒𝑠𝑖𝑣𝑎𝑠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1,2,3,…, 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109" name="CuadroTexto 108">
                  <a:extLst>
                    <a:ext uri="{FF2B5EF4-FFF2-40B4-BE49-F238E27FC236}">
                      <a16:creationId xmlns:a16="http://schemas.microsoft.com/office/drawing/2014/main" id="{30980429-4440-09FE-26BC-5EC967CB30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43" y="5814191"/>
                  <a:ext cx="4305267" cy="668645"/>
                </a:xfrm>
                <a:prstGeom prst="rect">
                  <a:avLst/>
                </a:prstGeom>
                <a:blipFill>
                  <a:blip r:embed="rId16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5D6F0233-F39C-835F-03B5-B63196F468A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935" y="6404989"/>
            <a:ext cx="1309552" cy="3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8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E7C19702-047E-A7B0-415D-1F309946D8BE}"/>
              </a:ext>
            </a:extLst>
          </p:cNvPr>
          <p:cNvSpPr/>
          <p:nvPr/>
        </p:nvSpPr>
        <p:spPr>
          <a:xfrm>
            <a:off x="6669854" y="917298"/>
            <a:ext cx="3992939" cy="56108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" name="Shape 10">
            <a:extLst>
              <a:ext uri="{FF2B5EF4-FFF2-40B4-BE49-F238E27FC236}">
                <a16:creationId xmlns:a16="http://schemas.microsoft.com/office/drawing/2014/main" id="{C11D7AE6-D832-D4DE-8BEC-CF43E590774C}"/>
              </a:ext>
            </a:extLst>
          </p:cNvPr>
          <p:cNvSpPr/>
          <p:nvPr/>
        </p:nvSpPr>
        <p:spPr>
          <a:xfrm>
            <a:off x="6880328" y="2132679"/>
            <a:ext cx="3414347" cy="384048"/>
          </a:xfrm>
          <a:prstGeom prst="rect">
            <a:avLst/>
          </a:prstGeom>
          <a:solidFill>
            <a:srgbClr val="DCE7F4"/>
          </a:solidFill>
          <a:ln w="1905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99977749-5FBC-6F0E-80F9-4B501CEAE9B4}"/>
              </a:ext>
            </a:extLst>
          </p:cNvPr>
          <p:cNvCxnSpPr/>
          <p:nvPr/>
        </p:nvCxnSpPr>
        <p:spPr>
          <a:xfrm>
            <a:off x="192948" y="702556"/>
            <a:ext cx="80852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4E8A06D-4DAF-C8D8-6C30-3EC8E1E05516}"/>
              </a:ext>
            </a:extLst>
          </p:cNvPr>
          <p:cNvSpPr/>
          <p:nvPr/>
        </p:nvSpPr>
        <p:spPr>
          <a:xfrm>
            <a:off x="834268" y="808230"/>
            <a:ext cx="10228199" cy="5766643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Shape 38">
            <a:extLst>
              <a:ext uri="{FF2B5EF4-FFF2-40B4-BE49-F238E27FC236}">
                <a16:creationId xmlns:a16="http://schemas.microsoft.com/office/drawing/2014/main" id="{56393857-BB9D-EB8E-B2AA-BB4C45FA18F0}"/>
              </a:ext>
            </a:extLst>
          </p:cNvPr>
          <p:cNvSpPr/>
          <p:nvPr/>
        </p:nvSpPr>
        <p:spPr>
          <a:xfrm>
            <a:off x="857384" y="3402169"/>
            <a:ext cx="218228" cy="1805404"/>
          </a:xfrm>
          <a:prstGeom prst="roundRect">
            <a:avLst>
              <a:gd name="adj" fmla="val 10909"/>
            </a:avLst>
          </a:prstGeom>
          <a:solidFill>
            <a:srgbClr val="FBEAE8"/>
          </a:solidFill>
          <a:ln w="12700">
            <a:solidFill>
              <a:srgbClr val="B23A2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6BE28BA-141C-F56B-8700-DC1D0DF771E0}"/>
              </a:ext>
            </a:extLst>
          </p:cNvPr>
          <p:cNvSpPr txBox="1"/>
          <p:nvPr/>
        </p:nvSpPr>
        <p:spPr>
          <a:xfrm>
            <a:off x="820095" y="186147"/>
            <a:ext cx="45592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PROCESO DE OPTIMIZACIÓN</a:t>
            </a:r>
          </a:p>
        </p:txBody>
      </p:sp>
      <p:sp>
        <p:nvSpPr>
          <p:cNvPr id="89" name="Shape 4">
            <a:extLst>
              <a:ext uri="{FF2B5EF4-FFF2-40B4-BE49-F238E27FC236}">
                <a16:creationId xmlns:a16="http://schemas.microsoft.com/office/drawing/2014/main" id="{6C04E61A-891F-4769-4607-CDF63F90A9A4}"/>
              </a:ext>
            </a:extLst>
          </p:cNvPr>
          <p:cNvSpPr/>
          <p:nvPr/>
        </p:nvSpPr>
        <p:spPr>
          <a:xfrm>
            <a:off x="6880328" y="1142249"/>
            <a:ext cx="3404485" cy="420624"/>
          </a:xfrm>
          <a:prstGeom prst="rect">
            <a:avLst/>
          </a:prstGeom>
          <a:solidFill>
            <a:srgbClr val="DCE7F4"/>
          </a:solidFill>
          <a:ln w="1905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90" name="Text 5">
            <a:extLst>
              <a:ext uri="{FF2B5EF4-FFF2-40B4-BE49-F238E27FC236}">
                <a16:creationId xmlns:a16="http://schemas.microsoft.com/office/drawing/2014/main" id="{8F083CA8-ADFC-5A42-762B-BF578DA71867}"/>
              </a:ext>
            </a:extLst>
          </p:cNvPr>
          <p:cNvSpPr/>
          <p:nvPr/>
        </p:nvSpPr>
        <p:spPr>
          <a:xfrm>
            <a:off x="6652689" y="1052576"/>
            <a:ext cx="436526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2300 mujeres (3500 primeras visitas + 19500 sucesivas)</a:t>
            </a:r>
          </a:p>
          <a:p>
            <a:pPr algn="ctr"/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 jornadas anuales</a:t>
            </a:r>
            <a:endParaRPr lang="en-US" sz="900" dirty="0"/>
          </a:p>
        </p:txBody>
      </p:sp>
      <p:sp>
        <p:nvSpPr>
          <p:cNvPr id="95" name="Shape 7">
            <a:extLst>
              <a:ext uri="{FF2B5EF4-FFF2-40B4-BE49-F238E27FC236}">
                <a16:creationId xmlns:a16="http://schemas.microsoft.com/office/drawing/2014/main" id="{45884381-5985-53D9-888D-919BD1A8EAFA}"/>
              </a:ext>
            </a:extLst>
          </p:cNvPr>
          <p:cNvSpPr/>
          <p:nvPr/>
        </p:nvSpPr>
        <p:spPr>
          <a:xfrm>
            <a:off x="6880328" y="1650631"/>
            <a:ext cx="3396931" cy="384048"/>
          </a:xfrm>
          <a:prstGeom prst="rect">
            <a:avLst/>
          </a:prstGeom>
          <a:solidFill>
            <a:srgbClr val="DCE7F4"/>
          </a:solidFill>
          <a:ln w="1905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2" name="Shape 13">
            <a:extLst>
              <a:ext uri="{FF2B5EF4-FFF2-40B4-BE49-F238E27FC236}">
                <a16:creationId xmlns:a16="http://schemas.microsoft.com/office/drawing/2014/main" id="{AA01FC57-0EF9-ECAF-FC3E-AD1489A5B750}"/>
              </a:ext>
            </a:extLst>
          </p:cNvPr>
          <p:cNvSpPr/>
          <p:nvPr/>
        </p:nvSpPr>
        <p:spPr>
          <a:xfrm>
            <a:off x="6880328" y="2627609"/>
            <a:ext cx="3414347" cy="384048"/>
          </a:xfrm>
          <a:prstGeom prst="rect">
            <a:avLst/>
          </a:prstGeom>
          <a:solidFill>
            <a:srgbClr val="DCE7F4"/>
          </a:solidFill>
          <a:ln w="1905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" name="Shape 16">
            <a:extLst>
              <a:ext uri="{FF2B5EF4-FFF2-40B4-BE49-F238E27FC236}">
                <a16:creationId xmlns:a16="http://schemas.microsoft.com/office/drawing/2014/main" id="{AC49A9E2-63B5-D1DD-53DA-5925C1698585}"/>
              </a:ext>
            </a:extLst>
          </p:cNvPr>
          <p:cNvSpPr/>
          <p:nvPr/>
        </p:nvSpPr>
        <p:spPr>
          <a:xfrm>
            <a:off x="6858402" y="3101903"/>
            <a:ext cx="3414347" cy="420624"/>
          </a:xfrm>
          <a:prstGeom prst="rect">
            <a:avLst/>
          </a:prstGeom>
          <a:solidFill>
            <a:srgbClr val="DCEEDC"/>
          </a:solidFill>
          <a:ln w="19050">
            <a:solidFill>
              <a:srgbClr val="4C8C5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8" name="Shape 19">
            <a:extLst>
              <a:ext uri="{FF2B5EF4-FFF2-40B4-BE49-F238E27FC236}">
                <a16:creationId xmlns:a16="http://schemas.microsoft.com/office/drawing/2014/main" id="{D89133E8-9A7B-F9AA-239A-3FDDF5A79313}"/>
              </a:ext>
            </a:extLst>
          </p:cNvPr>
          <p:cNvSpPr/>
          <p:nvPr/>
        </p:nvSpPr>
        <p:spPr>
          <a:xfrm>
            <a:off x="6858402" y="3596251"/>
            <a:ext cx="3414347" cy="410442"/>
          </a:xfrm>
          <a:prstGeom prst="rect">
            <a:avLst/>
          </a:prstGeom>
          <a:solidFill>
            <a:srgbClr val="DCE7F4"/>
          </a:solidFill>
          <a:ln w="1905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11" name="Shape 22">
            <a:extLst>
              <a:ext uri="{FF2B5EF4-FFF2-40B4-BE49-F238E27FC236}">
                <a16:creationId xmlns:a16="http://schemas.microsoft.com/office/drawing/2014/main" id="{A56F950F-3CBD-8ACA-B85F-BD7E8D13EDD0}"/>
              </a:ext>
            </a:extLst>
          </p:cNvPr>
          <p:cNvSpPr/>
          <p:nvPr/>
        </p:nvSpPr>
        <p:spPr>
          <a:xfrm>
            <a:off x="6870466" y="4135619"/>
            <a:ext cx="3414347" cy="384048"/>
          </a:xfrm>
          <a:prstGeom prst="rect">
            <a:avLst/>
          </a:prstGeom>
          <a:solidFill>
            <a:srgbClr val="FDEBD0"/>
          </a:solidFill>
          <a:ln w="19050">
            <a:solidFill>
              <a:srgbClr val="D983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80979B30-084D-6E33-E7F7-69D43E7B6EC3}"/>
              </a:ext>
            </a:extLst>
          </p:cNvPr>
          <p:cNvGrpSpPr/>
          <p:nvPr/>
        </p:nvGrpSpPr>
        <p:grpSpPr>
          <a:xfrm>
            <a:off x="782216" y="753485"/>
            <a:ext cx="9696981" cy="5535085"/>
            <a:chOff x="1249011" y="823235"/>
            <a:chExt cx="9696981" cy="5535085"/>
          </a:xfrm>
        </p:grpSpPr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78674624-4C32-715F-A49E-ACEDFC16768D}"/>
                </a:ext>
              </a:extLst>
            </p:cNvPr>
            <p:cNvGrpSpPr/>
            <p:nvPr/>
          </p:nvGrpSpPr>
          <p:grpSpPr>
            <a:xfrm>
              <a:off x="1480835" y="927218"/>
              <a:ext cx="9465157" cy="5431102"/>
              <a:chOff x="1480835" y="927218"/>
              <a:chExt cx="9465157" cy="5431102"/>
            </a:xfrm>
          </p:grpSpPr>
          <p:sp>
            <p:nvSpPr>
              <p:cNvPr id="9" name="Shape 4">
                <a:extLst>
                  <a:ext uri="{FF2B5EF4-FFF2-40B4-BE49-F238E27FC236}">
                    <a16:creationId xmlns:a16="http://schemas.microsoft.com/office/drawing/2014/main" id="{DE821B90-809E-CC8A-64CB-A3BC2D4FB153}"/>
                  </a:ext>
                </a:extLst>
              </p:cNvPr>
              <p:cNvSpPr/>
              <p:nvPr/>
            </p:nvSpPr>
            <p:spPr>
              <a:xfrm>
                <a:off x="1780656" y="1249535"/>
                <a:ext cx="5038275" cy="420624"/>
              </a:xfrm>
              <a:prstGeom prst="rect">
                <a:avLst/>
              </a:prstGeom>
              <a:solidFill>
                <a:srgbClr val="DCE7F4"/>
              </a:solidFill>
              <a:ln w="19050">
                <a:solidFill>
                  <a:srgbClr val="2E5C8A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Text 5">
                <a:extLst>
                  <a:ext uri="{FF2B5EF4-FFF2-40B4-BE49-F238E27FC236}">
                    <a16:creationId xmlns:a16="http://schemas.microsoft.com/office/drawing/2014/main" id="{CE15401D-B714-8776-492A-372D9EEA4C4B}"/>
                  </a:ext>
                </a:extLst>
              </p:cNvPr>
              <p:cNvSpPr/>
              <p:nvPr/>
            </p:nvSpPr>
            <p:spPr>
              <a:xfrm>
                <a:off x="1667766" y="1223335"/>
                <a:ext cx="5303520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endParaRPr lang="en-US" sz="11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Listados de pacientes a citar, determinación de la capacidad máxima de la UPCM, </a:t>
                </a:r>
              </a:p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cálculo de jornadas laborables</a:t>
                </a:r>
                <a:endParaRPr lang="en-US" sz="1100" dirty="0"/>
              </a:p>
              <a:p>
                <a:pPr marL="0" indent="0" algn="ctr">
                  <a:buNone/>
                </a:pPr>
                <a:endParaRPr lang="en-US" sz="1100" dirty="0"/>
              </a:p>
            </p:txBody>
          </p:sp>
          <p:sp>
            <p:nvSpPr>
              <p:cNvPr id="12" name="Shape 7">
                <a:extLst>
                  <a:ext uri="{FF2B5EF4-FFF2-40B4-BE49-F238E27FC236}">
                    <a16:creationId xmlns:a16="http://schemas.microsoft.com/office/drawing/2014/main" id="{CFD7291D-A5CA-F604-B226-6B4C2A88EBD1}"/>
                  </a:ext>
                </a:extLst>
              </p:cNvPr>
              <p:cNvSpPr/>
              <p:nvPr/>
            </p:nvSpPr>
            <p:spPr>
              <a:xfrm>
                <a:off x="1800880" y="1780926"/>
                <a:ext cx="5037292" cy="384048"/>
              </a:xfrm>
              <a:prstGeom prst="rect">
                <a:avLst/>
              </a:prstGeom>
              <a:solidFill>
                <a:srgbClr val="DCE7F4"/>
              </a:solidFill>
              <a:ln w="19050">
                <a:solidFill>
                  <a:srgbClr val="2E5C8A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Text 8">
                <a:extLst>
                  <a:ext uri="{FF2B5EF4-FFF2-40B4-BE49-F238E27FC236}">
                    <a16:creationId xmlns:a16="http://schemas.microsoft.com/office/drawing/2014/main" id="{0095CA89-1270-E1D6-FC10-B9A474BAD063}"/>
                  </a:ext>
                </a:extLst>
              </p:cNvPr>
              <p:cNvSpPr/>
              <p:nvPr/>
            </p:nvSpPr>
            <p:spPr>
              <a:xfrm>
                <a:off x="1667766" y="1774941"/>
                <a:ext cx="530352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M.A.S. </a:t>
                </a:r>
                <a:r>
                  <a:rPr lang="en-US" sz="105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sin reposición estratificado (5%).</a:t>
                </a:r>
              </a:p>
            </p:txBody>
          </p:sp>
          <p:sp>
            <p:nvSpPr>
              <p:cNvPr id="15" name="Shape 10">
                <a:extLst>
                  <a:ext uri="{FF2B5EF4-FFF2-40B4-BE49-F238E27FC236}">
                    <a16:creationId xmlns:a16="http://schemas.microsoft.com/office/drawing/2014/main" id="{7F153A96-F967-8405-BD8C-B6C0A2CF39AB}"/>
                  </a:ext>
                </a:extLst>
              </p:cNvPr>
              <p:cNvSpPr/>
              <p:nvPr/>
            </p:nvSpPr>
            <p:spPr>
              <a:xfrm>
                <a:off x="1789246" y="2252202"/>
                <a:ext cx="5046674" cy="384048"/>
              </a:xfrm>
              <a:prstGeom prst="rect">
                <a:avLst/>
              </a:prstGeom>
              <a:solidFill>
                <a:srgbClr val="DCE7F4"/>
              </a:solidFill>
              <a:ln w="19050">
                <a:solidFill>
                  <a:srgbClr val="2E5C8A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Text 11">
                <a:extLst>
                  <a:ext uri="{FF2B5EF4-FFF2-40B4-BE49-F238E27FC236}">
                    <a16:creationId xmlns:a16="http://schemas.microsoft.com/office/drawing/2014/main" id="{C116EEF1-03AA-0E58-818D-849F92360B0E}"/>
                  </a:ext>
                </a:extLst>
              </p:cNvPr>
              <p:cNvSpPr/>
              <p:nvPr/>
            </p:nvSpPr>
            <p:spPr>
              <a:xfrm>
                <a:off x="1635607" y="2203196"/>
                <a:ext cx="530352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endParaRPr lang="en-US" sz="1050" dirty="0"/>
              </a:p>
            </p:txBody>
          </p:sp>
          <p:sp>
            <p:nvSpPr>
              <p:cNvPr id="18" name="Shape 13">
                <a:extLst>
                  <a:ext uri="{FF2B5EF4-FFF2-40B4-BE49-F238E27FC236}">
                    <a16:creationId xmlns:a16="http://schemas.microsoft.com/office/drawing/2014/main" id="{62C7EB64-5AF1-8D5F-F36B-F6E724214B34}"/>
                  </a:ext>
                </a:extLst>
              </p:cNvPr>
              <p:cNvSpPr/>
              <p:nvPr/>
            </p:nvSpPr>
            <p:spPr>
              <a:xfrm>
                <a:off x="1780661" y="2724404"/>
                <a:ext cx="5029198" cy="384048"/>
              </a:xfrm>
              <a:prstGeom prst="rect">
                <a:avLst/>
              </a:prstGeom>
              <a:solidFill>
                <a:srgbClr val="DCE7F4"/>
              </a:solidFill>
              <a:ln w="19050">
                <a:solidFill>
                  <a:srgbClr val="2E5C8A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 14">
                    <a:extLst>
                      <a:ext uri="{FF2B5EF4-FFF2-40B4-BE49-F238E27FC236}">
                        <a16:creationId xmlns:a16="http://schemas.microsoft.com/office/drawing/2014/main" id="{AE6B2FAD-2A05-9212-DA5C-683E647E688D}"/>
                      </a:ext>
                    </a:extLst>
                  </p:cNvPr>
                  <p:cNvSpPr/>
                  <p:nvPr/>
                </p:nvSpPr>
                <p:spPr>
                  <a:xfrm>
                    <a:off x="1909691" y="2715192"/>
                    <a:ext cx="4860714" cy="38404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algn="ctr"/>
                    <a:r>
                      <a:rPr lang="en-US" sz="1050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Cálculo de la </a:t>
                    </a:r>
                    <a:r>
                      <a:rPr lang="en-US" sz="1050" b="1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probabilidad</a:t>
                    </a:r>
                    <a:r>
                      <a:rPr lang="en-US" sz="1050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 de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050" i="1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s-ES" sz="1050" b="0" i="1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𝑐</m:t>
                            </m:r>
                          </m:e>
                          <m:sub>
                            <m:r>
                              <a:rPr lang="es-ES" sz="1050" b="0" i="1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0</m:t>
                            </m:r>
                          </m:sub>
                        </m:sSub>
                        <m:r>
                          <a:rPr lang="es-ES" sz="105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=1</m:t>
                        </m:r>
                        <m:r>
                          <a:rPr lang="es-ES" sz="1050" b="0" i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105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para</m:t>
                        </m:r>
                        <m:r>
                          <a:rPr lang="es-ES" sz="105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105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cada</m:t>
                        </m:r>
                        <m:r>
                          <a:rPr lang="es-ES" sz="105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105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categor</m:t>
                        </m:r>
                        <m:r>
                          <a:rPr lang="es-ES" sz="105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í</m:t>
                        </m:r>
                        <m:r>
                          <m:rPr>
                            <m:sty m:val="p"/>
                          </m:rPr>
                          <a:rPr lang="es-ES" sz="105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a</m:t>
                        </m:r>
                      </m:oMath>
                    </a14:m>
                    <a:r>
                      <a:rPr lang="en-US" sz="1050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05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n-US" sz="105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itchFamily="34" charset="-120"/>
                              </a:rPr>
                              <m:t>𝜃</m:t>
                            </m:r>
                          </m:e>
                          <m:sub>
                            <m:r>
                              <a:rPr lang="es-ES" sz="105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𝑗</m:t>
                            </m:r>
                            <m:r>
                              <a:rPr lang="es-ES" sz="105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 </m:t>
                            </m:r>
                          </m:sub>
                        </m:sSub>
                      </m:oMath>
                    </a14:m>
                    <a:r>
                      <a:rPr lang="en-US" sz="1050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con </a:t>
                    </a:r>
                    <a:r>
                      <a:rPr lang="en-US" sz="1050" dirty="0" err="1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su</a:t>
                    </a:r>
                    <a:r>
                      <a:rPr lang="en-US" sz="1050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 IC 95%</a:t>
                    </a:r>
                    <a:endParaRPr lang="en-US" sz="1050" dirty="0"/>
                  </a:p>
                </p:txBody>
              </p:sp>
            </mc:Choice>
            <mc:Fallback xmlns="">
              <p:sp>
                <p:nvSpPr>
                  <p:cNvPr id="19" name="Text 14">
                    <a:extLst>
                      <a:ext uri="{FF2B5EF4-FFF2-40B4-BE49-F238E27FC236}">
                        <a16:creationId xmlns:a16="http://schemas.microsoft.com/office/drawing/2014/main" id="{AE6B2FAD-2A05-9212-DA5C-683E647E688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09691" y="2715192"/>
                    <a:ext cx="4860714" cy="38404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Shape 16">
                <a:extLst>
                  <a:ext uri="{FF2B5EF4-FFF2-40B4-BE49-F238E27FC236}">
                    <a16:creationId xmlns:a16="http://schemas.microsoft.com/office/drawing/2014/main" id="{42543853-0485-270F-5B6F-D7A3536BC0B3}"/>
                  </a:ext>
                </a:extLst>
              </p:cNvPr>
              <p:cNvSpPr/>
              <p:nvPr/>
            </p:nvSpPr>
            <p:spPr>
              <a:xfrm>
                <a:off x="1772767" y="3200378"/>
                <a:ext cx="5029200" cy="420624"/>
              </a:xfrm>
              <a:prstGeom prst="rect">
                <a:avLst/>
              </a:prstGeom>
              <a:solidFill>
                <a:srgbClr val="DCEEDC"/>
              </a:solidFill>
              <a:ln w="19050">
                <a:solidFill>
                  <a:srgbClr val="4C8C5B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 17">
                    <a:extLst>
                      <a:ext uri="{FF2B5EF4-FFF2-40B4-BE49-F238E27FC236}">
                        <a16:creationId xmlns:a16="http://schemas.microsoft.com/office/drawing/2014/main" id="{C031BA4B-D915-2BB5-DE04-2EFDD48EA737}"/>
                      </a:ext>
                    </a:extLst>
                  </p:cNvPr>
                  <p:cNvSpPr/>
                  <p:nvPr/>
                </p:nvSpPr>
                <p:spPr>
                  <a:xfrm>
                    <a:off x="1853060" y="3171052"/>
                    <a:ext cx="4860714" cy="42062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100" b="1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Función objetivo</a:t>
                    </a:r>
                    <a:endParaRPr lang="es-ES" sz="1100" i="1" dirty="0">
                      <a:latin typeface="Cambria Math" panose="02040503050406030204" pitchFamily="18" charset="0"/>
                      <a:ea typeface="Arial MT"/>
                      <a:cs typeface="Arial" panose="020B0604020202020204" pitchFamily="34" charset="0"/>
                    </a:endParaRPr>
                  </a:p>
                  <a:p>
                    <a:pPr marL="0" indent="0" algn="ctr"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ES" sz="1100" i="1">
                              <a:latin typeface="Cambria Math" panose="02040503050406030204" pitchFamily="18" charset="0"/>
                              <a:ea typeface="Arial MT"/>
                              <a:cs typeface="Arial" panose="020B0604020202020204" pitchFamily="34" charset="0"/>
                            </a:rPr>
                            <m:t>𝑧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  <a:ea typeface="Arial MT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  <a:ea typeface="Arial MT"/>
                              <a:cs typeface="Arial" panose="020B0604020202020204" pitchFamily="34" charset="0"/>
                            </a:rPr>
                            <m:t>𝑓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  <a:ea typeface="Arial MT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  <a:ea typeface="Arial MT"/>
                              <a:cs typeface="Arial" panose="020B0604020202020204" pitchFamily="34" charset="0"/>
                            </a:rPr>
                            <m:t>))=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  <a:ea typeface="Arial MT"/>
                              <a:cs typeface="Arial" panose="020B0604020202020204" pitchFamily="34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  <a:ea typeface="Arial MT"/>
                              <a:cs typeface="Arial" panose="020B0604020202020204" pitchFamily="34" charset="0"/>
                            </a:rPr>
                            <m:t>)+…+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s-ES" sz="1100" i="1"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1100" i="1"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ES" sz="1100" i="1"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+1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s-ES" sz="1100" i="1"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1100" i="1"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ES" sz="1100" i="1"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+1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s-ES" sz="1100" i="1"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1100" i="1"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ES" sz="1100" i="1">
                                      <a:latin typeface="Cambria Math" panose="02040503050406030204" pitchFamily="18" charset="0"/>
                                      <a:ea typeface="Arial MT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  <a:ea typeface="Arial MT"/>
                              <a:cs typeface="Arial" panose="020B0604020202020204" pitchFamily="34" charset="0"/>
                            </a:rPr>
                            <m:t>)</m:t>
                          </m:r>
                        </m:oMath>
                      </m:oMathPara>
                    </a14:m>
                    <a:endParaRPr lang="es-ES" sz="1100" dirty="0">
                      <a:latin typeface="Arial MT"/>
                      <a:ea typeface="Arial MT"/>
                      <a:cs typeface="Arial MT"/>
                    </a:endParaRPr>
                  </a:p>
                </p:txBody>
              </p:sp>
            </mc:Choice>
            <mc:Fallback xmlns="">
              <p:sp>
                <p:nvSpPr>
                  <p:cNvPr id="22" name="Text 17">
                    <a:extLst>
                      <a:ext uri="{FF2B5EF4-FFF2-40B4-BE49-F238E27FC236}">
                        <a16:creationId xmlns:a16="http://schemas.microsoft.com/office/drawing/2014/main" id="{C031BA4B-D915-2BB5-DE04-2EFDD48EA73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3060" y="3171052"/>
                    <a:ext cx="4860714" cy="42062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2899" b="-2899"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Shape 19">
                <a:extLst>
                  <a:ext uri="{FF2B5EF4-FFF2-40B4-BE49-F238E27FC236}">
                    <a16:creationId xmlns:a16="http://schemas.microsoft.com/office/drawing/2014/main" id="{A0DA8E05-7C71-595E-4A6F-16D25770AD16}"/>
                  </a:ext>
                </a:extLst>
              </p:cNvPr>
              <p:cNvSpPr/>
              <p:nvPr/>
            </p:nvSpPr>
            <p:spPr>
              <a:xfrm>
                <a:off x="1780662" y="3701712"/>
                <a:ext cx="5029197" cy="384048"/>
              </a:xfrm>
              <a:prstGeom prst="rect">
                <a:avLst/>
              </a:prstGeom>
              <a:solidFill>
                <a:srgbClr val="DCE7F4"/>
              </a:solidFill>
              <a:ln w="19050">
                <a:solidFill>
                  <a:srgbClr val="2E5C8A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" name="Text 20">
                <a:extLst>
                  <a:ext uri="{FF2B5EF4-FFF2-40B4-BE49-F238E27FC236}">
                    <a16:creationId xmlns:a16="http://schemas.microsoft.com/office/drawing/2014/main" id="{5DDC253B-731A-EB3F-4395-A464C1F88490}"/>
                  </a:ext>
                </a:extLst>
              </p:cNvPr>
              <p:cNvSpPr/>
              <p:nvPr/>
            </p:nvSpPr>
            <p:spPr>
              <a:xfrm>
                <a:off x="1970210" y="3678773"/>
                <a:ext cx="4643766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Definición de </a:t>
                </a:r>
                <a:r>
                  <a:rPr lang="en-US" sz="105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restricciones</a:t>
                </a:r>
                <a:endParaRPr lang="en-US" sz="1050" b="1" dirty="0"/>
              </a:p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(Capacidad aisitencial máxima, máxima sobrecitación admitida, relación PV/total…)</a:t>
                </a:r>
                <a:endParaRPr lang="en-US" sz="1050" dirty="0"/>
              </a:p>
            </p:txBody>
          </p:sp>
          <p:sp>
            <p:nvSpPr>
              <p:cNvPr id="27" name="Shape 22">
                <a:extLst>
                  <a:ext uri="{FF2B5EF4-FFF2-40B4-BE49-F238E27FC236}">
                    <a16:creationId xmlns:a16="http://schemas.microsoft.com/office/drawing/2014/main" id="{1239DB54-F7AE-52FE-838E-9264E8435925}"/>
                  </a:ext>
                </a:extLst>
              </p:cNvPr>
              <p:cNvSpPr/>
              <p:nvPr/>
            </p:nvSpPr>
            <p:spPr>
              <a:xfrm>
                <a:off x="1780663" y="4187185"/>
                <a:ext cx="5029196" cy="384048"/>
              </a:xfrm>
              <a:prstGeom prst="rect">
                <a:avLst/>
              </a:prstGeom>
              <a:solidFill>
                <a:srgbClr val="FDEBD0"/>
              </a:solidFill>
              <a:ln w="19050">
                <a:solidFill>
                  <a:srgbClr val="D98324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8" name="Text 23">
                <a:extLst>
                  <a:ext uri="{FF2B5EF4-FFF2-40B4-BE49-F238E27FC236}">
                    <a16:creationId xmlns:a16="http://schemas.microsoft.com/office/drawing/2014/main" id="{A5E1D4CF-83BA-785F-EEA5-2644B4FEDFA1}"/>
                  </a:ext>
                </a:extLst>
              </p:cNvPr>
              <p:cNvSpPr/>
              <p:nvPr/>
            </p:nvSpPr>
            <p:spPr>
              <a:xfrm>
                <a:off x="1857009" y="4191244"/>
                <a:ext cx="4852817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Resolución Método del Símplex</a:t>
                </a:r>
                <a:endParaRPr lang="en-US" sz="1050" dirty="0"/>
              </a:p>
            </p:txBody>
          </p:sp>
          <p:sp>
            <p:nvSpPr>
              <p:cNvPr id="30" name="Shape 25">
                <a:extLst>
                  <a:ext uri="{FF2B5EF4-FFF2-40B4-BE49-F238E27FC236}">
                    <a16:creationId xmlns:a16="http://schemas.microsoft.com/office/drawing/2014/main" id="{630E897D-5684-419E-BE53-14B4E66DCE8F}"/>
                  </a:ext>
                </a:extLst>
              </p:cNvPr>
              <p:cNvSpPr/>
              <p:nvPr/>
            </p:nvSpPr>
            <p:spPr>
              <a:xfrm>
                <a:off x="2041976" y="4672369"/>
                <a:ext cx="4572000" cy="594360"/>
              </a:xfrm>
              <a:prstGeom prst="diamond">
                <a:avLst/>
              </a:prstGeom>
              <a:solidFill>
                <a:srgbClr val="FAD9A0"/>
              </a:solidFill>
              <a:ln w="19050">
                <a:solidFill>
                  <a:srgbClr val="D98324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1" name="Text 26">
                <a:extLst>
                  <a:ext uri="{FF2B5EF4-FFF2-40B4-BE49-F238E27FC236}">
                    <a16:creationId xmlns:a16="http://schemas.microsoft.com/office/drawing/2014/main" id="{FBA46186-0BD5-D210-CB38-AA490CEC15EC}"/>
                  </a:ext>
                </a:extLst>
              </p:cNvPr>
              <p:cNvSpPr/>
              <p:nvPr/>
            </p:nvSpPr>
            <p:spPr>
              <a:xfrm>
                <a:off x="1970210" y="4652765"/>
                <a:ext cx="45720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¿Solución factible (al menos una)?</a:t>
                </a:r>
                <a:endParaRPr lang="en-US" sz="1100" dirty="0"/>
              </a:p>
            </p:txBody>
          </p:sp>
          <p:sp>
            <p:nvSpPr>
              <p:cNvPr id="32" name="Text 27">
                <a:extLst>
                  <a:ext uri="{FF2B5EF4-FFF2-40B4-BE49-F238E27FC236}">
                    <a16:creationId xmlns:a16="http://schemas.microsoft.com/office/drawing/2014/main" id="{0DFA93FA-98AC-3173-EEDE-114DB599754D}"/>
                  </a:ext>
                </a:extLst>
              </p:cNvPr>
              <p:cNvSpPr/>
              <p:nvPr/>
            </p:nvSpPr>
            <p:spPr>
              <a:xfrm>
                <a:off x="1480835" y="4753508"/>
                <a:ext cx="4818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100" b="1" dirty="0">
                    <a:solidFill>
                      <a:srgbClr val="B23A2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No</a:t>
                </a:r>
                <a:endParaRPr lang="en-US" sz="1100" dirty="0"/>
              </a:p>
            </p:txBody>
          </p:sp>
          <p:sp>
            <p:nvSpPr>
              <p:cNvPr id="33" name="Text 28">
                <a:extLst>
                  <a:ext uri="{FF2B5EF4-FFF2-40B4-BE49-F238E27FC236}">
                    <a16:creationId xmlns:a16="http://schemas.microsoft.com/office/drawing/2014/main" id="{057F6D3C-4889-7D8F-47C9-6A3BB39D53F9}"/>
                  </a:ext>
                </a:extLst>
              </p:cNvPr>
              <p:cNvSpPr/>
              <p:nvPr/>
            </p:nvSpPr>
            <p:spPr>
              <a:xfrm>
                <a:off x="4561242" y="5144980"/>
                <a:ext cx="45720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100" b="1" dirty="0">
                    <a:solidFill>
                      <a:srgbClr val="2E7D3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Sí</a:t>
                </a:r>
                <a:endParaRPr lang="en-US" sz="1100" dirty="0"/>
              </a:p>
            </p:txBody>
          </p:sp>
          <p:sp>
            <p:nvSpPr>
              <p:cNvPr id="35" name="Shape 30">
                <a:extLst>
                  <a:ext uri="{FF2B5EF4-FFF2-40B4-BE49-F238E27FC236}">
                    <a16:creationId xmlns:a16="http://schemas.microsoft.com/office/drawing/2014/main" id="{9B2CDB4C-F1F8-8283-6682-34E2C9AE97F2}"/>
                  </a:ext>
                </a:extLst>
              </p:cNvPr>
              <p:cNvSpPr/>
              <p:nvPr/>
            </p:nvSpPr>
            <p:spPr>
              <a:xfrm>
                <a:off x="1766320" y="5908375"/>
                <a:ext cx="5021304" cy="420624"/>
              </a:xfrm>
              <a:prstGeom prst="rect">
                <a:avLst/>
              </a:prstGeom>
              <a:solidFill>
                <a:srgbClr val="DCEEDC"/>
              </a:solidFill>
              <a:ln w="19050">
                <a:solidFill>
                  <a:srgbClr val="4C8C5B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0" name="Shape 35">
                <a:extLst>
                  <a:ext uri="{FF2B5EF4-FFF2-40B4-BE49-F238E27FC236}">
                    <a16:creationId xmlns:a16="http://schemas.microsoft.com/office/drawing/2014/main" id="{EF01FFD8-0A60-CB17-F7DE-C2ACD68A56AC}"/>
                  </a:ext>
                </a:extLst>
              </p:cNvPr>
              <p:cNvSpPr/>
              <p:nvPr/>
            </p:nvSpPr>
            <p:spPr>
              <a:xfrm>
                <a:off x="1611148" y="4947451"/>
                <a:ext cx="155268" cy="0"/>
              </a:xfrm>
              <a:prstGeom prst="line">
                <a:avLst/>
              </a:prstGeom>
              <a:noFill/>
              <a:ln w="25400">
                <a:solidFill>
                  <a:srgbClr val="B23A2F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1" name="Shape 36">
                <a:extLst>
                  <a:ext uri="{FF2B5EF4-FFF2-40B4-BE49-F238E27FC236}">
                    <a16:creationId xmlns:a16="http://schemas.microsoft.com/office/drawing/2014/main" id="{41BAE359-D7E9-9301-ADEA-09F6C401F1C3}"/>
                  </a:ext>
                </a:extLst>
              </p:cNvPr>
              <p:cNvSpPr/>
              <p:nvPr/>
            </p:nvSpPr>
            <p:spPr>
              <a:xfrm flipH="1">
                <a:off x="1611148" y="3895299"/>
                <a:ext cx="584" cy="1052152"/>
              </a:xfrm>
              <a:prstGeom prst="line">
                <a:avLst/>
              </a:prstGeom>
              <a:noFill/>
              <a:ln w="25400">
                <a:solidFill>
                  <a:srgbClr val="B23A2F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2" name="Shape 37">
                <a:extLst>
                  <a:ext uri="{FF2B5EF4-FFF2-40B4-BE49-F238E27FC236}">
                    <a16:creationId xmlns:a16="http://schemas.microsoft.com/office/drawing/2014/main" id="{0DA56C2B-5FE4-D25F-809A-E04803DAD140}"/>
                  </a:ext>
                </a:extLst>
              </p:cNvPr>
              <p:cNvSpPr/>
              <p:nvPr/>
            </p:nvSpPr>
            <p:spPr>
              <a:xfrm flipV="1">
                <a:off x="1611732" y="3906883"/>
                <a:ext cx="160144" cy="4687"/>
              </a:xfrm>
              <a:prstGeom prst="line">
                <a:avLst/>
              </a:prstGeom>
              <a:noFill/>
              <a:ln w="25400">
                <a:solidFill>
                  <a:srgbClr val="B23A2F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s-E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 8">
                    <a:extLst>
                      <a:ext uri="{FF2B5EF4-FFF2-40B4-BE49-F238E27FC236}">
                        <a16:creationId xmlns:a16="http://schemas.microsoft.com/office/drawing/2014/main" id="{EDEF0CBA-0C09-C8D9-1B9F-945CCD95ED9E}"/>
                      </a:ext>
                    </a:extLst>
                  </p:cNvPr>
                  <p:cNvSpPr/>
                  <p:nvPr/>
                </p:nvSpPr>
                <p:spPr>
                  <a:xfrm>
                    <a:off x="1675857" y="2229224"/>
                    <a:ext cx="5303520" cy="38404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50" b="1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Clasificación</a:t>
                    </a:r>
                    <a:r>
                      <a:rPr lang="en-US" sz="1050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 en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050" i="1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pPr>
                          <m:e>
                            <m:r>
                              <a:rPr lang="es-ES" sz="1050" b="0" i="1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2</m:t>
                            </m:r>
                          </m:e>
                          <m:sup>
                            <m:r>
                              <a:rPr lang="es-ES" sz="1050" b="0" i="1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𝑛</m:t>
                            </m:r>
                          </m:sup>
                        </m:sSup>
                        <m:r>
                          <a:rPr lang="es-ES" sz="105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+1</m:t>
                        </m:r>
                      </m:oMath>
                    </a14:m>
                    <a:r>
                      <a:rPr lang="en-US" sz="1050" dirty="0"/>
                      <a:t> categorias según el histórico de </a:t>
                    </a:r>
                    <a14:m>
                      <m:oMath xmlns:m="http://schemas.openxmlformats.org/officeDocument/2006/math">
                        <m:r>
                          <a:rPr lang="es-ES" sz="105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  <a:r>
                      <a:rPr lang="en-US" sz="1050" dirty="0"/>
                      <a:t> citas</a:t>
                    </a:r>
                  </a:p>
                </p:txBody>
              </p:sp>
            </mc:Choice>
            <mc:Fallback xmlns="">
              <p:sp>
                <p:nvSpPr>
                  <p:cNvPr id="45" name="Text 8">
                    <a:extLst>
                      <a:ext uri="{FF2B5EF4-FFF2-40B4-BE49-F238E27FC236}">
                        <a16:creationId xmlns:a16="http://schemas.microsoft.com/office/drawing/2014/main" id="{EDEF0CBA-0C09-C8D9-1B9F-945CCD95ED9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5857" y="2229224"/>
                    <a:ext cx="5303520" cy="38404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6" name="Shape 22">
                <a:extLst>
                  <a:ext uri="{FF2B5EF4-FFF2-40B4-BE49-F238E27FC236}">
                    <a16:creationId xmlns:a16="http://schemas.microsoft.com/office/drawing/2014/main" id="{4839E5D2-FBED-A939-E0F4-A4636AE25A8C}"/>
                  </a:ext>
                </a:extLst>
              </p:cNvPr>
              <p:cNvSpPr/>
              <p:nvPr/>
            </p:nvSpPr>
            <p:spPr>
              <a:xfrm>
                <a:off x="1772767" y="5417312"/>
                <a:ext cx="5029198" cy="38404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rgbClr val="D98324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7" name="Text 23">
                <a:extLst>
                  <a:ext uri="{FF2B5EF4-FFF2-40B4-BE49-F238E27FC236}">
                    <a16:creationId xmlns:a16="http://schemas.microsoft.com/office/drawing/2014/main" id="{818C3E0A-6DD7-5D3F-B8CA-98EC99AD40F7}"/>
                  </a:ext>
                </a:extLst>
              </p:cNvPr>
              <p:cNvSpPr/>
              <p:nvPr/>
            </p:nvSpPr>
            <p:spPr>
              <a:xfrm>
                <a:off x="1857009" y="5401817"/>
                <a:ext cx="4860715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Cálculo del </a:t>
                </a:r>
                <a:r>
                  <a:rPr lang="en-US" sz="105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riesgo de sobrecarga asistencial </a:t>
                </a:r>
              </a:p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por convolución de binomiales y </a:t>
                </a:r>
                <a:r>
                  <a:rPr lang="en-US" sz="1050" dirty="0" err="1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método</a:t>
                </a:r>
                <a:r>
                  <a:rPr lang="en-US" sz="105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Montecarlo</a:t>
                </a:r>
                <a:endParaRPr lang="en-US" sz="105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 23">
                    <a:extLst>
                      <a:ext uri="{FF2B5EF4-FFF2-40B4-BE49-F238E27FC236}">
                        <a16:creationId xmlns:a16="http://schemas.microsoft.com/office/drawing/2014/main" id="{EF59FD93-82E4-5CD0-DBA1-E0B2C80DDFA8}"/>
                      </a:ext>
                    </a:extLst>
                  </p:cNvPr>
                  <p:cNvSpPr/>
                  <p:nvPr/>
                </p:nvSpPr>
                <p:spPr>
                  <a:xfrm>
                    <a:off x="1809071" y="5910393"/>
                    <a:ext cx="5037092" cy="38404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algn="ctr"/>
                    <a:r>
                      <a:rPr lang="en-US" sz="1050" b="1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Agenda óptima: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s-ES" sz="105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ES" sz="1050" i="1">
                                <a:latin typeface="Cambria Math" panose="02040503050406030204" pitchFamily="18" charset="0"/>
                                <a:ea typeface="Arial MT"/>
                                <a:cs typeface="Arial" panose="020B060402020202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s-ES" sz="1050" b="0" i="1" smtClean="0">
                                <a:latin typeface="Cambria Math" panose="02040503050406030204" pitchFamily="18" charset="0"/>
                                <a:ea typeface="Arial MT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  <m:r>
                          <a:rPr lang="es-ES" sz="1050" b="0" i="1" smtClean="0">
                            <a:latin typeface="Cambria Math" panose="02040503050406030204" pitchFamily="18" charset="0"/>
                            <a:ea typeface="Arial MT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ES" sz="105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ES" sz="1050" i="1">
                                <a:effectLst/>
                                <a:latin typeface="Cambria Math" panose="02040503050406030204" pitchFamily="18" charset="0"/>
                                <a:ea typeface="Arial MT"/>
                                <a:cs typeface="Arial" panose="020B060402020202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s-ES" sz="1050" i="1">
                                <a:effectLst/>
                                <a:latin typeface="Cambria Math" panose="02040503050406030204" pitchFamily="18" charset="0"/>
                                <a:ea typeface="Arial MT"/>
                                <a:cs typeface="Arial" panose="020B0604020202020204" pitchFamily="34" charset="0"/>
                              </a:rPr>
                              <m:t>𝑗</m:t>
                            </m:r>
                          </m:sub>
                        </m:sSub>
                        <m:r>
                          <a:rPr lang="es-ES" sz="1050" b="0" i="1" smtClean="0">
                            <a:effectLst/>
                            <a:latin typeface="Cambria Math" panose="02040503050406030204" pitchFamily="18" charset="0"/>
                            <a:ea typeface="Arial MT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ES" sz="1050" b="0" i="1" smtClean="0">
                            <a:effectLst/>
                            <a:latin typeface="Cambria Math" panose="02040503050406030204" pitchFamily="18" charset="0"/>
                            <a:ea typeface="Arial MT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es-ES" sz="1050" b="0" i="1" smtClean="0">
                            <a:effectLst/>
                            <a:latin typeface="Cambria Math" panose="02040503050406030204" pitchFamily="18" charset="0"/>
                            <a:ea typeface="Arial MT"/>
                            <a:cs typeface="Arial" panose="020B0604020202020204" pitchFamily="34" charset="0"/>
                          </a:rPr>
                          <m:t>={1, 2, …, </m:t>
                        </m:r>
                        <m:sSup>
                          <m:sSupPr>
                            <m:ctrlPr>
                              <a:rPr lang="en-US" sz="105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s-ES" sz="105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e>
                          <m:sup>
                            <m:r>
                              <a:rPr lang="es-ES" sz="105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p>
                        </m:sSup>
                        <m:r>
                          <a:rPr lang="es-ES" sz="105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+1}</m:t>
                        </m:r>
                      </m:oMath>
                    </a14:m>
                    <a:r>
                      <a:rPr lang="en-US" sz="1050" b="1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 </a:t>
                    </a:r>
                    <a:endParaRPr lang="en-US" sz="1050" dirty="0"/>
                  </a:p>
                </p:txBody>
              </p:sp>
            </mc:Choice>
            <mc:Fallback xmlns="">
              <p:sp>
                <p:nvSpPr>
                  <p:cNvPr id="49" name="Text 23">
                    <a:extLst>
                      <a:ext uri="{FF2B5EF4-FFF2-40B4-BE49-F238E27FC236}">
                        <a16:creationId xmlns:a16="http://schemas.microsoft.com/office/drawing/2014/main" id="{EF59FD93-82E4-5CD0-DBA1-E0B2C80DDFA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9071" y="5910393"/>
                    <a:ext cx="5037092" cy="38404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2803F577-AE26-2032-A623-A41F67DB386D}"/>
                  </a:ext>
                </a:extLst>
              </p:cNvPr>
              <p:cNvSpPr txBox="1"/>
              <p:nvPr/>
            </p:nvSpPr>
            <p:spPr>
              <a:xfrm rot="10800000" flipV="1">
                <a:off x="7885489" y="927218"/>
                <a:ext cx="2710915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5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DATOS SINTÉTICOS ESPACIO DE DIMENSION  2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6" name="Text 8">
                <a:extLst>
                  <a:ext uri="{FF2B5EF4-FFF2-40B4-BE49-F238E27FC236}">
                    <a16:creationId xmlns:a16="http://schemas.microsoft.com/office/drawing/2014/main" id="{80058773-8AD2-F1D9-D9B3-447DE4530F9F}"/>
                  </a:ext>
                </a:extLst>
              </p:cNvPr>
              <p:cNvSpPr/>
              <p:nvPr/>
            </p:nvSpPr>
            <p:spPr>
              <a:xfrm>
                <a:off x="7463195" y="1779447"/>
                <a:ext cx="328370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M.A.S.</a:t>
                </a:r>
                <a:r>
                  <a:rPr lang="en-US" sz="105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05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sin reposición estratificado (5%) = 1200 casos</a:t>
                </a:r>
              </a:p>
            </p:txBody>
          </p:sp>
          <p:sp>
            <p:nvSpPr>
              <p:cNvPr id="100" name="Text 11">
                <a:extLst>
                  <a:ext uri="{FF2B5EF4-FFF2-40B4-BE49-F238E27FC236}">
                    <a16:creationId xmlns:a16="http://schemas.microsoft.com/office/drawing/2014/main" id="{CA005344-629F-1019-EE04-214B684A33EE}"/>
                  </a:ext>
                </a:extLst>
              </p:cNvPr>
              <p:cNvSpPr/>
              <p:nvPr/>
            </p:nvSpPr>
            <p:spPr>
              <a:xfrm>
                <a:off x="7645457" y="2223937"/>
                <a:ext cx="3300535" cy="4359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endParaRPr lang="en-US" sz="105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Text 14">
                    <a:extLst>
                      <a:ext uri="{FF2B5EF4-FFF2-40B4-BE49-F238E27FC236}">
                        <a16:creationId xmlns:a16="http://schemas.microsoft.com/office/drawing/2014/main" id="{23FC1F99-4331-954A-6717-50F2B56BD93B}"/>
                      </a:ext>
                    </a:extLst>
                  </p:cNvPr>
                  <p:cNvSpPr/>
                  <p:nvPr/>
                </p:nvSpPr>
                <p:spPr>
                  <a:xfrm>
                    <a:off x="7361446" y="2716420"/>
                    <a:ext cx="3300535" cy="38404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algn="ctr"/>
                    <a:endParaRPr lang="en-US" sz="1050" dirty="0">
                      <a:solidFill>
                        <a:srgbClr val="1A1A1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endParaRPr>
                  </a:p>
                  <a:p>
                    <a:pPr algn="ctr"/>
                    <a:r>
                      <a:rPr lang="en-US" sz="1050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P</a:t>
                    </a:r>
                    <a:r>
                      <a:rPr lang="en-US" sz="1050" b="1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robabilidades:</a:t>
                    </a:r>
                    <a:r>
                      <a:rPr lang="en-US" sz="1050" dirty="0">
                        <a:solidFill>
                          <a:srgbClr val="1A1A1A"/>
                        </a:solidFill>
                        <a:ea typeface="Calibri" pitchFamily="34" charset="-122"/>
                        <a:cs typeface="Calibri" pitchFamily="34" charset="-120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n-U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itchFamily="34" charset="-120"/>
                              </a:rPr>
                              <m:t>𝜃</m:t>
                            </m:r>
                          </m:e>
                          <m:sub>
                            <m:r>
                              <a:rPr lang="es-E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itchFamily="34" charset="-120"/>
                              </a:rPr>
                              <m:t>0</m:t>
                            </m:r>
                            <m:r>
                              <a:rPr lang="es-E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 </m:t>
                            </m:r>
                          </m:sub>
                        </m:sSub>
                        <m:r>
                          <a:rPr lang="es-ES" sz="105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</m:t>
                        </m:r>
                      </m:oMath>
                    </a14:m>
                    <a:r>
                      <a:rPr lang="en-US" sz="1050" b="1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05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s-ES" sz="105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𝑝</m:t>
                            </m:r>
                            <m:r>
                              <a:rPr lang="es-ES" sz="105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(</m:t>
                            </m:r>
                            <m:r>
                              <a:rPr lang="es-ES" sz="105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𝑐</m:t>
                            </m:r>
                          </m:e>
                          <m:sub>
                            <m:r>
                              <a:rPr lang="es-ES" sz="105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0=1</m:t>
                            </m:r>
                          </m:sub>
                        </m:sSub>
                        <m:r>
                          <a:rPr lang="es-ES" sz="105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)=0.70 (0.67−0.73)</m:t>
                        </m:r>
                      </m:oMath>
                    </a14:m>
                    <a:endParaRPr lang="en-US" sz="1050" dirty="0"/>
                  </a:p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s-ES" sz="105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                                 </m:t>
                            </m:r>
                            <m:r>
                              <a:rPr lang="en-U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itchFamily="34" charset="-120"/>
                              </a:rPr>
                              <m:t>𝜃</m:t>
                            </m:r>
                          </m:e>
                          <m:sub>
                            <m:r>
                              <a:rPr lang="es-ES" sz="105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itchFamily="34" charset="-120"/>
                              </a:rPr>
                              <m:t>1</m:t>
                            </m:r>
                            <m:r>
                              <a:rPr lang="es-E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 </m:t>
                            </m:r>
                          </m:sub>
                        </m:sSub>
                        <m:r>
                          <a:rPr lang="es-ES" sz="105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</m:t>
                        </m:r>
                      </m:oMath>
                    </a14:m>
                    <a:r>
                      <a:rPr lang="en-US" sz="1050" b="1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s-E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𝑝</m:t>
                            </m:r>
                            <m:r>
                              <a:rPr lang="es-E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(</m:t>
                            </m:r>
                            <m:r>
                              <a:rPr lang="es-E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𝑐</m:t>
                            </m:r>
                          </m:e>
                          <m:sub>
                            <m:r>
                              <a:rPr lang="es-E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0=1</m:t>
                            </m:r>
                          </m:sub>
                        </m:sSub>
                        <m:r>
                          <a:rPr lang="es-ES" sz="105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)=0.</m:t>
                        </m:r>
                        <m:r>
                          <a:rPr lang="es-ES" sz="105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80</m:t>
                        </m:r>
                        <m:r>
                          <a:rPr lang="es-ES" sz="105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(0.</m:t>
                        </m:r>
                        <m:r>
                          <a:rPr lang="es-ES" sz="105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7</m:t>
                        </m:r>
                        <m:r>
                          <a:rPr lang="es-ES" sz="105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7−0.</m:t>
                        </m:r>
                        <m:r>
                          <a:rPr lang="es-ES" sz="105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82</m:t>
                        </m:r>
                        <m:r>
                          <a:rPr lang="es-ES" sz="105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)</m:t>
                        </m:r>
                      </m:oMath>
                    </a14:m>
                    <a:endParaRPr lang="en-US" sz="1050" dirty="0"/>
                  </a:p>
                  <a:p>
                    <a:pPr algn="ctr"/>
                    <a:endParaRPr lang="en-US" sz="1050" dirty="0"/>
                  </a:p>
                </p:txBody>
              </p:sp>
            </mc:Choice>
            <mc:Fallback xmlns="">
              <p:sp>
                <p:nvSpPr>
                  <p:cNvPr id="103" name="Text 14">
                    <a:extLst>
                      <a:ext uri="{FF2B5EF4-FFF2-40B4-BE49-F238E27FC236}">
                        <a16:creationId xmlns:a16="http://schemas.microsoft.com/office/drawing/2014/main" id="{23FC1F99-4331-954A-6717-50F2B56BD9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61446" y="2716420"/>
                    <a:ext cx="3300535" cy="38404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587" b="-7937"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Text 17">
                    <a:extLst>
                      <a:ext uri="{FF2B5EF4-FFF2-40B4-BE49-F238E27FC236}">
                        <a16:creationId xmlns:a16="http://schemas.microsoft.com/office/drawing/2014/main" id="{A7881630-5FBC-FEE2-BB31-731FAD7BB797}"/>
                      </a:ext>
                    </a:extLst>
                  </p:cNvPr>
                  <p:cNvSpPr/>
                  <p:nvPr/>
                </p:nvSpPr>
                <p:spPr>
                  <a:xfrm>
                    <a:off x="7520100" y="3190048"/>
                    <a:ext cx="3300535" cy="42062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100" b="1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Función objetivo</a:t>
                    </a:r>
                    <a:endParaRPr lang="es-ES" sz="1100" i="1" dirty="0">
                      <a:effectLst/>
                      <a:latin typeface="Cambria Math" panose="02040503050406030204" pitchFamily="18" charset="0"/>
                      <a:ea typeface="Arial MT"/>
                      <a:cs typeface="Arial" panose="020B0604020202020204" pitchFamily="34" charset="0"/>
                    </a:endParaRPr>
                  </a:p>
                  <a:p>
                    <a:pPr marL="0" indent="0" algn="ctr"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ES" sz="1100" i="1" smtClean="0">
                              <a:effectLst/>
                              <a:latin typeface="Cambria Math" panose="02040503050406030204" pitchFamily="18" charset="0"/>
                              <a:ea typeface="Arial MT"/>
                              <a:cs typeface="Arial" panose="020B0604020202020204" pitchFamily="34" charset="0"/>
                            </a:rPr>
                            <m:t>𝑧</m:t>
                          </m:r>
                          <m:r>
                            <a:rPr lang="es-ES" sz="1100" i="1" smtClean="0">
                              <a:effectLst/>
                              <a:latin typeface="Cambria Math" panose="02040503050406030204" pitchFamily="18" charset="0"/>
                              <a:ea typeface="Arial MT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sz="1100" i="1">
                              <a:effectLst/>
                              <a:latin typeface="Cambria Math" panose="02040503050406030204" pitchFamily="18" charset="0"/>
                              <a:ea typeface="Arial MT"/>
                              <a:cs typeface="Arial" panose="020B0604020202020204" pitchFamily="34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sz="1100" i="1">
                                  <a:effectLst/>
                                  <a:latin typeface="Cambria Math" panose="02040503050406030204" pitchFamily="18" charset="0"/>
                                  <a:ea typeface="Arial MT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1100" i="1">
                              <a:effectLst/>
                              <a:latin typeface="Cambria Math" panose="02040503050406030204" pitchFamily="18" charset="0"/>
                              <a:ea typeface="Arial MT"/>
                              <a:cs typeface="Arial" panose="020B0604020202020204" pitchFamily="34" charset="0"/>
                            </a:rPr>
                            <m:t>)</m:t>
                          </m:r>
                        </m:oMath>
                      </m:oMathPara>
                    </a14:m>
                    <a:endParaRPr lang="es-ES" sz="1100" dirty="0">
                      <a:effectLst/>
                      <a:latin typeface="Arial MT"/>
                      <a:ea typeface="Arial MT"/>
                      <a:cs typeface="Arial MT"/>
                    </a:endParaRPr>
                  </a:p>
                </p:txBody>
              </p:sp>
            </mc:Choice>
            <mc:Fallback xmlns="">
              <p:sp>
                <p:nvSpPr>
                  <p:cNvPr id="106" name="Text 17">
                    <a:extLst>
                      <a:ext uri="{FF2B5EF4-FFF2-40B4-BE49-F238E27FC236}">
                        <a16:creationId xmlns:a16="http://schemas.microsoft.com/office/drawing/2014/main" id="{A7881630-5FBC-FEE2-BB31-731FAD7BB79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20100" y="3190048"/>
                    <a:ext cx="3300535" cy="42062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1449" b="-5797"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9" name="Text 20">
                <a:extLst>
                  <a:ext uri="{FF2B5EF4-FFF2-40B4-BE49-F238E27FC236}">
                    <a16:creationId xmlns:a16="http://schemas.microsoft.com/office/drawing/2014/main" id="{5E27D7C2-41DA-5292-0004-C4D109970196}"/>
                  </a:ext>
                </a:extLst>
              </p:cNvPr>
              <p:cNvSpPr/>
              <p:nvPr/>
            </p:nvSpPr>
            <p:spPr>
              <a:xfrm>
                <a:off x="5086568" y="3689679"/>
                <a:ext cx="3300535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endParaRPr lang="en-US" sz="1050" dirty="0"/>
              </a:p>
            </p:txBody>
          </p:sp>
          <p:sp>
            <p:nvSpPr>
              <p:cNvPr id="114" name="Shape 25">
                <a:extLst>
                  <a:ext uri="{FF2B5EF4-FFF2-40B4-BE49-F238E27FC236}">
                    <a16:creationId xmlns:a16="http://schemas.microsoft.com/office/drawing/2014/main" id="{77CB4711-CD28-5044-58A3-A0C801734D81}"/>
                  </a:ext>
                </a:extLst>
              </p:cNvPr>
              <p:cNvSpPr/>
              <p:nvPr/>
            </p:nvSpPr>
            <p:spPr>
              <a:xfrm>
                <a:off x="7742204" y="4697750"/>
                <a:ext cx="2845289" cy="594360"/>
              </a:xfrm>
              <a:prstGeom prst="diamond">
                <a:avLst/>
              </a:prstGeom>
              <a:solidFill>
                <a:srgbClr val="FAD9A0"/>
              </a:solidFill>
              <a:ln w="19050">
                <a:solidFill>
                  <a:srgbClr val="D98324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5" name="Text 26">
                <a:extLst>
                  <a:ext uri="{FF2B5EF4-FFF2-40B4-BE49-F238E27FC236}">
                    <a16:creationId xmlns:a16="http://schemas.microsoft.com/office/drawing/2014/main" id="{1E39C964-B899-CAB2-B31F-1E056AF97DB6}"/>
                  </a:ext>
                </a:extLst>
              </p:cNvPr>
              <p:cNvSpPr/>
              <p:nvPr/>
            </p:nvSpPr>
            <p:spPr>
              <a:xfrm>
                <a:off x="7751115" y="4682500"/>
                <a:ext cx="2845289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¿Solución factible? (al menos una)</a:t>
                </a:r>
                <a:endParaRPr lang="en-US" sz="1100" dirty="0"/>
              </a:p>
            </p:txBody>
          </p:sp>
          <p:sp>
            <p:nvSpPr>
              <p:cNvPr id="117" name="Text 28">
                <a:extLst>
                  <a:ext uri="{FF2B5EF4-FFF2-40B4-BE49-F238E27FC236}">
                    <a16:creationId xmlns:a16="http://schemas.microsoft.com/office/drawing/2014/main" id="{10DD0161-CEB2-91BF-A5AB-50C33FA096ED}"/>
                  </a:ext>
                </a:extLst>
              </p:cNvPr>
              <p:cNvSpPr/>
              <p:nvPr/>
            </p:nvSpPr>
            <p:spPr>
              <a:xfrm>
                <a:off x="9480109" y="5131082"/>
                <a:ext cx="284529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100" b="1" dirty="0">
                    <a:solidFill>
                      <a:srgbClr val="2E7D3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Sí</a:t>
                </a:r>
                <a:endParaRPr lang="en-US" sz="1100" dirty="0"/>
              </a:p>
            </p:txBody>
          </p:sp>
          <p:sp>
            <p:nvSpPr>
              <p:cNvPr id="119" name="Shape 30">
                <a:extLst>
                  <a:ext uri="{FF2B5EF4-FFF2-40B4-BE49-F238E27FC236}">
                    <a16:creationId xmlns:a16="http://schemas.microsoft.com/office/drawing/2014/main" id="{79226C7C-F7C1-F944-4229-60FCA1E52DAB}"/>
                  </a:ext>
                </a:extLst>
              </p:cNvPr>
              <p:cNvSpPr/>
              <p:nvPr/>
            </p:nvSpPr>
            <p:spPr>
              <a:xfrm>
                <a:off x="7476712" y="5937696"/>
                <a:ext cx="3414347" cy="420624"/>
              </a:xfrm>
              <a:prstGeom prst="rect">
                <a:avLst/>
              </a:prstGeom>
              <a:solidFill>
                <a:srgbClr val="DCEEDC"/>
              </a:solidFill>
              <a:ln w="19050">
                <a:solidFill>
                  <a:srgbClr val="4C8C5B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Text 8">
                    <a:extLst>
                      <a:ext uri="{FF2B5EF4-FFF2-40B4-BE49-F238E27FC236}">
                        <a16:creationId xmlns:a16="http://schemas.microsoft.com/office/drawing/2014/main" id="{2EC94CDB-6517-D444-231A-A90F90B71851}"/>
                      </a:ext>
                    </a:extLst>
                  </p:cNvPr>
                  <p:cNvSpPr/>
                  <p:nvPr/>
                </p:nvSpPr>
                <p:spPr>
                  <a:xfrm>
                    <a:off x="7418711" y="2203981"/>
                    <a:ext cx="3300535" cy="38404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algn="ctr"/>
                    <a:r>
                      <a:rPr lang="en-US" sz="1050" b="1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Clasificación</a:t>
                    </a:r>
                    <a:r>
                      <a:rPr lang="en-US" sz="1050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 en </a:t>
                    </a:r>
                    <a14:m>
                      <m:oMath xmlns:m="http://schemas.openxmlformats.org/officeDocument/2006/math">
                        <m:r>
                          <a:rPr lang="es-ES" sz="105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2</m:t>
                        </m:r>
                        <m:r>
                          <a:rPr lang="es-ES" sz="105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</m:oMath>
                    </a14:m>
                    <a:r>
                      <a:rPr lang="en-US" sz="1050" dirty="0"/>
                      <a:t>categorias</a:t>
                    </a:r>
                    <a:r>
                      <a:rPr lang="en-US" sz="1050" dirty="0">
                        <a:solidFill>
                          <a:srgbClr val="1A1A1A"/>
                        </a:solidFill>
                        <a:ea typeface="Calibri" pitchFamily="34" charset="-122"/>
                        <a:cs typeface="Calibri" pitchFamily="34" charset="-120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n-U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itchFamily="34" charset="-120"/>
                              </a:rPr>
                              <m:t>𝜃</m:t>
                            </m:r>
                          </m:e>
                          <m:sub>
                            <m:r>
                              <a:rPr lang="es-ES" sz="105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itchFamily="34" charset="-120"/>
                              </a:rPr>
                              <m:t>0</m:t>
                            </m:r>
                            <m:r>
                              <a:rPr lang="es-E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 </m:t>
                            </m:r>
                          </m:sub>
                        </m:sSub>
                      </m:oMath>
                    </a14:m>
                    <a:r>
                      <a:rPr lang="en-US" sz="1050" dirty="0"/>
                      <a:t>y</a:t>
                    </a:r>
                    <a:r>
                      <a:rPr lang="en-US" sz="1050" dirty="0">
                        <a:solidFill>
                          <a:srgbClr val="1A1A1A"/>
                        </a:solidFill>
                        <a:ea typeface="Calibri" pitchFamily="34" charset="-122"/>
                        <a:cs typeface="Calibri" pitchFamily="34" charset="-120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s-E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  </m:t>
                            </m:r>
                            <m:r>
                              <a:rPr lang="en-U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itchFamily="34" charset="-120"/>
                              </a:rPr>
                              <m:t>𝜃</m:t>
                            </m:r>
                          </m:e>
                          <m:sub>
                            <m:r>
                              <a:rPr lang="es-E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itchFamily="34" charset="-120"/>
                              </a:rPr>
                              <m:t>1</m:t>
                            </m:r>
                            <m:r>
                              <a:rPr lang="es-ES" sz="105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 </m:t>
                            </m:r>
                          </m:sub>
                        </m:sSub>
                      </m:oMath>
                    </a14:m>
                    <a:r>
                      <a:rPr lang="en-US" sz="105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23" name="Text 8">
                    <a:extLst>
                      <a:ext uri="{FF2B5EF4-FFF2-40B4-BE49-F238E27FC236}">
                        <a16:creationId xmlns:a16="http://schemas.microsoft.com/office/drawing/2014/main" id="{2EC94CDB-6517-D444-231A-A90F90B7185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18711" y="2203981"/>
                    <a:ext cx="3300535" cy="384048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4" name="Shape 22">
                <a:extLst>
                  <a:ext uri="{FF2B5EF4-FFF2-40B4-BE49-F238E27FC236}">
                    <a16:creationId xmlns:a16="http://schemas.microsoft.com/office/drawing/2014/main" id="{42A1ABCF-F2F2-430A-9CB6-BFD16AC3B936}"/>
                  </a:ext>
                </a:extLst>
              </p:cNvPr>
              <p:cNvSpPr/>
              <p:nvPr/>
            </p:nvSpPr>
            <p:spPr>
              <a:xfrm>
                <a:off x="7463195" y="5411477"/>
                <a:ext cx="3414347" cy="38404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rgbClr val="D98324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5" name="Text 23">
                <a:extLst>
                  <a:ext uri="{FF2B5EF4-FFF2-40B4-BE49-F238E27FC236}">
                    <a16:creationId xmlns:a16="http://schemas.microsoft.com/office/drawing/2014/main" id="{DC741611-6180-94D3-EADC-6A52E78E6735}"/>
                  </a:ext>
                </a:extLst>
              </p:cNvPr>
              <p:cNvSpPr/>
              <p:nvPr/>
            </p:nvSpPr>
            <p:spPr>
              <a:xfrm>
                <a:off x="7540601" y="5423179"/>
                <a:ext cx="3300535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Riesgo de sobrecarga asistencial </a:t>
                </a:r>
                <a:r>
                  <a:rPr lang="en-US" sz="105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 3% </a:t>
                </a:r>
              </a:p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(entre 41 y 57 </a:t>
                </a:r>
                <a:r>
                  <a:rPr lang="en-US" sz="1050" dirty="0" err="1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mujeres</a:t>
                </a:r>
                <a:r>
                  <a:rPr lang="en-US" sz="105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con </a:t>
                </a:r>
                <a:r>
                  <a:rPr lang="en-US" sz="1050" dirty="0" err="1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probabilidad</a:t>
                </a:r>
                <a:r>
                  <a:rPr lang="en-US" sz="105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del 99)</a:t>
                </a:r>
              </a:p>
            </p:txBody>
          </p:sp>
        </p:grpSp>
        <p:sp>
          <p:nvSpPr>
            <p:cNvPr id="44" name="Text 39">
              <a:extLst>
                <a:ext uri="{FF2B5EF4-FFF2-40B4-BE49-F238E27FC236}">
                  <a16:creationId xmlns:a16="http://schemas.microsoft.com/office/drawing/2014/main" id="{5D0BE492-2A74-BDFF-2492-51F3832B5315}"/>
                </a:ext>
              </a:extLst>
            </p:cNvPr>
            <p:cNvSpPr/>
            <p:nvPr/>
          </p:nvSpPr>
          <p:spPr>
            <a:xfrm rot="16200000">
              <a:off x="583778" y="4242110"/>
              <a:ext cx="1688995" cy="3585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B23A2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Revisar restricciones</a:t>
              </a:r>
              <a:endParaRPr lang="en-US" sz="1050" dirty="0"/>
            </a:p>
          </p:txBody>
        </p:sp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3A3B3F92-356E-21B7-5F30-CD417B0A90F1}"/>
                </a:ext>
              </a:extLst>
            </p:cNvPr>
            <p:cNvSpPr/>
            <p:nvPr/>
          </p:nvSpPr>
          <p:spPr>
            <a:xfrm>
              <a:off x="3167032" y="823235"/>
              <a:ext cx="2265521" cy="172219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DATOS ESPACIO n+1 DIMENSIONAL)</a:t>
              </a:r>
              <a:endParaRPr lang="en-US" sz="1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 23">
                <a:extLst>
                  <a:ext uri="{FF2B5EF4-FFF2-40B4-BE49-F238E27FC236}">
                    <a16:creationId xmlns:a16="http://schemas.microsoft.com/office/drawing/2014/main" id="{2E54E461-2435-ABEF-D4C9-65EA76EFA5DC}"/>
                  </a:ext>
                </a:extLst>
              </p:cNvPr>
              <p:cNvSpPr/>
              <p:nvPr/>
            </p:nvSpPr>
            <p:spPr>
              <a:xfrm>
                <a:off x="7037348" y="5832504"/>
                <a:ext cx="3300535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05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Agenda óptima:</a:t>
                </a:r>
                <a:r>
                  <a:rPr lang="en-US" sz="1050" dirty="0">
                    <a:solidFill>
                      <a:srgbClr val="1A1A1A"/>
                    </a:solidFill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05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𝜃</m:t>
                        </m:r>
                      </m:e>
                      <m:sub>
                        <m:r>
                          <a:rPr lang="es-ES" sz="105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0</m:t>
                        </m:r>
                        <m:r>
                          <a:rPr lang="es-ES" sz="105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</m:sub>
                    </m:sSub>
                    <m:r>
                      <a:rPr lang="es-ES" sz="105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=10</m:t>
                    </m:r>
                    <m:r>
                      <a:rPr lang="es-ES" sz="105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</m:t>
                    </m:r>
                  </m:oMath>
                </a14:m>
                <a:r>
                  <a:rPr lang="en-US" sz="105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05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𝜃</m:t>
                        </m:r>
                      </m:e>
                      <m:sub>
                        <m:r>
                          <a:rPr lang="es-ES" sz="105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1</m:t>
                        </m:r>
                        <m:r>
                          <a:rPr lang="es-ES" sz="105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</m:sub>
                    </m:sSub>
                    <m:r>
                      <a:rPr lang="es-ES" sz="105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r>
                      <a:rPr lang="es-ES" sz="105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53</m:t>
                    </m:r>
                  </m:oMath>
                </a14:m>
                <a:r>
                  <a:rPr lang="en-US" sz="105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sz="1050" dirty="0"/>
              </a:p>
            </p:txBody>
          </p:sp>
        </mc:Choice>
        <mc:Fallback xmlns="">
          <p:sp>
            <p:nvSpPr>
              <p:cNvPr id="127" name="Text 23">
                <a:extLst>
                  <a:ext uri="{FF2B5EF4-FFF2-40B4-BE49-F238E27FC236}">
                    <a16:creationId xmlns:a16="http://schemas.microsoft.com/office/drawing/2014/main" id="{2E54E461-2435-ABEF-D4C9-65EA76EFA5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348" y="5832504"/>
                <a:ext cx="3300535" cy="3840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 5">
                <a:extLst>
                  <a:ext uri="{FF2B5EF4-FFF2-40B4-BE49-F238E27FC236}">
                    <a16:creationId xmlns:a16="http://schemas.microsoft.com/office/drawing/2014/main" id="{1A424ED1-BA40-F3CC-C0D6-BC190A9E5A0B}"/>
                  </a:ext>
                </a:extLst>
              </p:cNvPr>
              <p:cNvSpPr/>
              <p:nvPr/>
            </p:nvSpPr>
            <p:spPr>
              <a:xfrm>
                <a:off x="6245855" y="3485047"/>
                <a:ext cx="4285281" cy="43823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endParaRPr lang="en-US" sz="11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Restricciones: C</a:t>
                </a:r>
                <a:r>
                  <a:rPr lang="en-US" sz="9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1)</a:t>
                </a: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A1A1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Máxima sobrecitación admissible &lt; 25%,</a:t>
                </a:r>
              </a:p>
              <a:p>
                <a:pPr marL="0" indent="0">
                  <a:buNone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A1A1A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                                                       C2)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s-ES" sz="9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s-ES" sz="9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rial MT"/>
                            <a:cs typeface="Arial" panose="020B0604020202020204" pitchFamily="34" charset="0"/>
                          </a:rPr>
                          <m:t>𝜃</m:t>
                        </m:r>
                      </m:e>
                      <m:sub>
                        <m:r>
                          <a:rPr kumimoji="0" lang="es-ES" sz="9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rial MT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kumimoji="0" lang="es-ES" sz="9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rial MT"/>
                        <a:cs typeface="Arial" panose="020B0604020202020204" pitchFamily="34" charset="0"/>
                      </a:rPr>
                      <m:t>=0.15(</m:t>
                    </m:r>
                    <m:sSub>
                      <m:sSubPr>
                        <m:ctrlPr>
                          <a:rPr kumimoji="0" lang="es-ES" sz="9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s-ES" sz="9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rial MT"/>
                            <a:cs typeface="Arial" panose="020B0604020202020204" pitchFamily="34" charset="0"/>
                          </a:rPr>
                          <m:t>𝜃</m:t>
                        </m:r>
                      </m:e>
                      <m:sub>
                        <m:r>
                          <a:rPr kumimoji="0" lang="es-ES" sz="9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rial MT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kumimoji="0" lang="es-ES" sz="9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rial MT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kumimoji="0" lang="es-ES" sz="9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s-ES" sz="9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rial MT"/>
                            <a:cs typeface="Arial" panose="020B0604020202020204" pitchFamily="34" charset="0"/>
                          </a:rPr>
                          <m:t>𝜃</m:t>
                        </m:r>
                      </m:e>
                      <m:sub>
                        <m:r>
                          <a:rPr kumimoji="0" lang="es-ES" sz="9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rial MT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kumimoji="0" lang="es-ES" sz="9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rial MT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>
                  <a:buNone/>
                </a:pPr>
                <a:r>
                  <a:rPr lang="en-US" sz="9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                                                       C3) Capacidad asistencial máxima = 55 Mx / jornada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mc:Choice>
        <mc:Fallback xmlns="">
          <p:sp>
            <p:nvSpPr>
              <p:cNvPr id="129" name="Text 5">
                <a:extLst>
                  <a:ext uri="{FF2B5EF4-FFF2-40B4-BE49-F238E27FC236}">
                    <a16:creationId xmlns:a16="http://schemas.microsoft.com/office/drawing/2014/main" id="{1A424ED1-BA40-F3CC-C0D6-BC190A9E5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855" y="3485047"/>
                <a:ext cx="4285281" cy="438231"/>
              </a:xfrm>
              <a:prstGeom prst="rect">
                <a:avLst/>
              </a:prstGeom>
              <a:blipFill>
                <a:blip r:embed="rId10"/>
                <a:stretch>
                  <a:fillRect b="-31944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Text 23">
            <a:extLst>
              <a:ext uri="{FF2B5EF4-FFF2-40B4-BE49-F238E27FC236}">
                <a16:creationId xmlns:a16="http://schemas.microsoft.com/office/drawing/2014/main" id="{C8387B20-6E60-006E-EFD7-28BEAD508699}"/>
              </a:ext>
            </a:extLst>
          </p:cNvPr>
          <p:cNvSpPr/>
          <p:nvPr/>
        </p:nvSpPr>
        <p:spPr>
          <a:xfrm>
            <a:off x="5925879" y="410377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Método del Símplex</a:t>
            </a:r>
            <a:endParaRPr lang="en-US" sz="1050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2B7F09E-B0E0-FF44-C59A-5CE3DD1332B5}"/>
              </a:ext>
            </a:extLst>
          </p:cNvPr>
          <p:cNvCxnSpPr/>
          <p:nvPr/>
        </p:nvCxnSpPr>
        <p:spPr>
          <a:xfrm>
            <a:off x="730589" y="131402"/>
            <a:ext cx="0" cy="25827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EB80CEEE-6F52-33E9-CA86-6BA75E44D11C}"/>
              </a:ext>
            </a:extLst>
          </p:cNvPr>
          <p:cNvSpPr/>
          <p:nvPr/>
        </p:nvSpPr>
        <p:spPr>
          <a:xfrm rot="10800000">
            <a:off x="8707861" y="1032712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63342E41-3185-90C4-4136-34D2587800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4616" y="1554423"/>
            <a:ext cx="170703" cy="121931"/>
          </a:xfrm>
          <a:prstGeom prst="rect">
            <a:avLst/>
          </a:prstGeom>
        </p:spPr>
      </p:pic>
      <p:sp>
        <p:nvSpPr>
          <p:cNvPr id="61" name="Triángulo isósceles 60">
            <a:extLst>
              <a:ext uri="{FF2B5EF4-FFF2-40B4-BE49-F238E27FC236}">
                <a16:creationId xmlns:a16="http://schemas.microsoft.com/office/drawing/2014/main" id="{C7133CDD-0D5B-0C96-CB11-3D08DD732003}"/>
              </a:ext>
            </a:extLst>
          </p:cNvPr>
          <p:cNvSpPr/>
          <p:nvPr/>
        </p:nvSpPr>
        <p:spPr>
          <a:xfrm rot="10800000">
            <a:off x="8654630" y="2036089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2" name="Triángulo isósceles 61">
            <a:extLst>
              <a:ext uri="{FF2B5EF4-FFF2-40B4-BE49-F238E27FC236}">
                <a16:creationId xmlns:a16="http://schemas.microsoft.com/office/drawing/2014/main" id="{57844F3D-7851-CEE7-93BA-876577A59073}"/>
              </a:ext>
            </a:extLst>
          </p:cNvPr>
          <p:cNvSpPr/>
          <p:nvPr/>
        </p:nvSpPr>
        <p:spPr>
          <a:xfrm rot="10800000">
            <a:off x="8653702" y="2525777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" name="Triángulo isósceles 62">
            <a:extLst>
              <a:ext uri="{FF2B5EF4-FFF2-40B4-BE49-F238E27FC236}">
                <a16:creationId xmlns:a16="http://schemas.microsoft.com/office/drawing/2014/main" id="{BD2A4C72-8710-7A2B-4397-F03E140B9E89}"/>
              </a:ext>
            </a:extLst>
          </p:cNvPr>
          <p:cNvSpPr/>
          <p:nvPr/>
        </p:nvSpPr>
        <p:spPr>
          <a:xfrm rot="10800000">
            <a:off x="8642925" y="3016267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4" name="Triángulo isósceles 63">
            <a:extLst>
              <a:ext uri="{FF2B5EF4-FFF2-40B4-BE49-F238E27FC236}">
                <a16:creationId xmlns:a16="http://schemas.microsoft.com/office/drawing/2014/main" id="{353A5528-6A5E-5CD9-52AC-AEE90C7AA1DF}"/>
              </a:ext>
            </a:extLst>
          </p:cNvPr>
          <p:cNvSpPr/>
          <p:nvPr/>
        </p:nvSpPr>
        <p:spPr>
          <a:xfrm rot="10800000">
            <a:off x="8635996" y="3487252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5" name="Triángulo isósceles 64">
            <a:extLst>
              <a:ext uri="{FF2B5EF4-FFF2-40B4-BE49-F238E27FC236}">
                <a16:creationId xmlns:a16="http://schemas.microsoft.com/office/drawing/2014/main" id="{BB4A26E4-0D85-DABB-E8E2-B0FB63990DC7}"/>
              </a:ext>
            </a:extLst>
          </p:cNvPr>
          <p:cNvSpPr/>
          <p:nvPr/>
        </p:nvSpPr>
        <p:spPr>
          <a:xfrm rot="10800000">
            <a:off x="8642925" y="4014263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6" name="Triángulo isósceles 65">
            <a:extLst>
              <a:ext uri="{FF2B5EF4-FFF2-40B4-BE49-F238E27FC236}">
                <a16:creationId xmlns:a16="http://schemas.microsoft.com/office/drawing/2014/main" id="{C22AEE8A-B008-E0B0-FD45-8A248482B3DE}"/>
              </a:ext>
            </a:extLst>
          </p:cNvPr>
          <p:cNvSpPr/>
          <p:nvPr/>
        </p:nvSpPr>
        <p:spPr>
          <a:xfrm rot="10800000">
            <a:off x="8633781" y="4514011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Triángulo isósceles 66">
            <a:extLst>
              <a:ext uri="{FF2B5EF4-FFF2-40B4-BE49-F238E27FC236}">
                <a16:creationId xmlns:a16="http://schemas.microsoft.com/office/drawing/2014/main" id="{368CEC94-554B-8EB8-266C-5EE8D99679DB}"/>
              </a:ext>
            </a:extLst>
          </p:cNvPr>
          <p:cNvSpPr/>
          <p:nvPr/>
        </p:nvSpPr>
        <p:spPr>
          <a:xfrm rot="10800000">
            <a:off x="8642925" y="5713140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Triángulo isósceles 67">
            <a:extLst>
              <a:ext uri="{FF2B5EF4-FFF2-40B4-BE49-F238E27FC236}">
                <a16:creationId xmlns:a16="http://schemas.microsoft.com/office/drawing/2014/main" id="{BA666EE0-DEC6-327E-4D5E-4AA5BFCBE311}"/>
              </a:ext>
            </a:extLst>
          </p:cNvPr>
          <p:cNvSpPr/>
          <p:nvPr/>
        </p:nvSpPr>
        <p:spPr>
          <a:xfrm rot="10800000">
            <a:off x="8645852" y="5206151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9" name="Imagen 68">
            <a:extLst>
              <a:ext uri="{FF2B5EF4-FFF2-40B4-BE49-F238E27FC236}">
                <a16:creationId xmlns:a16="http://schemas.microsoft.com/office/drawing/2014/main" id="{4F99EFC1-1D62-9201-B353-69A957B6FA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97671" y="1562451"/>
            <a:ext cx="170703" cy="121931"/>
          </a:xfrm>
          <a:prstGeom prst="rect">
            <a:avLst/>
          </a:prstGeom>
        </p:spPr>
      </p:pic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43119D17-4CC1-5A43-E0E8-6BDE356229E8}"/>
              </a:ext>
            </a:extLst>
          </p:cNvPr>
          <p:cNvSpPr/>
          <p:nvPr/>
        </p:nvSpPr>
        <p:spPr>
          <a:xfrm rot="10800000">
            <a:off x="3786757" y="2533805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Triángulo isósceles 70">
            <a:extLst>
              <a:ext uri="{FF2B5EF4-FFF2-40B4-BE49-F238E27FC236}">
                <a16:creationId xmlns:a16="http://schemas.microsoft.com/office/drawing/2014/main" id="{F51E72C3-3F31-D534-B95B-3C76C4D285F5}"/>
              </a:ext>
            </a:extLst>
          </p:cNvPr>
          <p:cNvSpPr/>
          <p:nvPr/>
        </p:nvSpPr>
        <p:spPr>
          <a:xfrm rot="10800000">
            <a:off x="3769051" y="3495280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2" name="Triángulo isósceles 71">
            <a:extLst>
              <a:ext uri="{FF2B5EF4-FFF2-40B4-BE49-F238E27FC236}">
                <a16:creationId xmlns:a16="http://schemas.microsoft.com/office/drawing/2014/main" id="{CDC7E3B8-99F2-94A1-7EC6-B4BADD3C8898}"/>
              </a:ext>
            </a:extLst>
          </p:cNvPr>
          <p:cNvSpPr/>
          <p:nvPr/>
        </p:nvSpPr>
        <p:spPr>
          <a:xfrm rot="10800000">
            <a:off x="3777092" y="4476419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3" name="Triángulo isósceles 72">
            <a:extLst>
              <a:ext uri="{FF2B5EF4-FFF2-40B4-BE49-F238E27FC236}">
                <a16:creationId xmlns:a16="http://schemas.microsoft.com/office/drawing/2014/main" id="{BFDDBD85-D579-0BE5-9A6F-0439A065A359}"/>
              </a:ext>
            </a:extLst>
          </p:cNvPr>
          <p:cNvSpPr/>
          <p:nvPr/>
        </p:nvSpPr>
        <p:spPr>
          <a:xfrm rot="10800000">
            <a:off x="3789020" y="5187714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4" name="Triángulo isósceles 73">
            <a:extLst>
              <a:ext uri="{FF2B5EF4-FFF2-40B4-BE49-F238E27FC236}">
                <a16:creationId xmlns:a16="http://schemas.microsoft.com/office/drawing/2014/main" id="{84E2BB2D-A0DF-8CCB-D454-7540C150D277}"/>
              </a:ext>
            </a:extLst>
          </p:cNvPr>
          <p:cNvSpPr/>
          <p:nvPr/>
        </p:nvSpPr>
        <p:spPr>
          <a:xfrm rot="10800000">
            <a:off x="3786756" y="3006372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5" name="Triángulo isósceles 74">
            <a:extLst>
              <a:ext uri="{FF2B5EF4-FFF2-40B4-BE49-F238E27FC236}">
                <a16:creationId xmlns:a16="http://schemas.microsoft.com/office/drawing/2014/main" id="{9FCB6806-3B2E-DBFC-317D-2011A10A75D9}"/>
              </a:ext>
            </a:extLst>
          </p:cNvPr>
          <p:cNvSpPr/>
          <p:nvPr/>
        </p:nvSpPr>
        <p:spPr>
          <a:xfrm rot="10800000">
            <a:off x="3763962" y="3967782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Triángulo isósceles 75">
            <a:extLst>
              <a:ext uri="{FF2B5EF4-FFF2-40B4-BE49-F238E27FC236}">
                <a16:creationId xmlns:a16="http://schemas.microsoft.com/office/drawing/2014/main" id="{4FB1F27C-ADC2-6244-13F3-FB8C3787C73B}"/>
              </a:ext>
            </a:extLst>
          </p:cNvPr>
          <p:cNvSpPr/>
          <p:nvPr/>
        </p:nvSpPr>
        <p:spPr>
          <a:xfrm rot="10800000">
            <a:off x="3807513" y="2061290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Triángulo isósceles 76">
            <a:extLst>
              <a:ext uri="{FF2B5EF4-FFF2-40B4-BE49-F238E27FC236}">
                <a16:creationId xmlns:a16="http://schemas.microsoft.com/office/drawing/2014/main" id="{D6A2FA0D-62E9-D126-CC54-D302E6D0F658}"/>
              </a:ext>
            </a:extLst>
          </p:cNvPr>
          <p:cNvSpPr/>
          <p:nvPr/>
        </p:nvSpPr>
        <p:spPr>
          <a:xfrm rot="10800000">
            <a:off x="3777092" y="5701049"/>
            <a:ext cx="127458" cy="914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9" name="Imagen 78">
            <a:extLst>
              <a:ext uri="{FF2B5EF4-FFF2-40B4-BE49-F238E27FC236}">
                <a16:creationId xmlns:a16="http://schemas.microsoft.com/office/drawing/2014/main" id="{0FE2A397-660B-E3EE-1A4F-11648B9004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935" y="6404989"/>
            <a:ext cx="1309552" cy="3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0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DDD8-C5DE-2DE7-6420-268BAB173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3DD30D8-A5BB-494E-9BDA-ABCA1936BDFE}"/>
              </a:ext>
            </a:extLst>
          </p:cNvPr>
          <p:cNvCxnSpPr/>
          <p:nvPr/>
        </p:nvCxnSpPr>
        <p:spPr>
          <a:xfrm>
            <a:off x="730589" y="131402"/>
            <a:ext cx="0" cy="25827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4421ED-69F2-1985-7F8E-8101907BC0DA}"/>
              </a:ext>
            </a:extLst>
          </p:cNvPr>
          <p:cNvCxnSpPr/>
          <p:nvPr/>
        </p:nvCxnSpPr>
        <p:spPr>
          <a:xfrm>
            <a:off x="192948" y="702556"/>
            <a:ext cx="80852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24C8F82-AD81-F6CE-BFB0-0AC47B3695F7}"/>
              </a:ext>
            </a:extLst>
          </p:cNvPr>
          <p:cNvSpPr txBox="1"/>
          <p:nvPr/>
        </p:nvSpPr>
        <p:spPr>
          <a:xfrm>
            <a:off x="837542" y="186147"/>
            <a:ext cx="7077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MÉTODO DEL SIMPLEX (George Dantzig, 1947)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B7738F-C40E-C1BF-4DD9-17E011A97412}"/>
              </a:ext>
            </a:extLst>
          </p:cNvPr>
          <p:cNvSpPr txBox="1"/>
          <p:nvPr/>
        </p:nvSpPr>
        <p:spPr>
          <a:xfrm>
            <a:off x="954220" y="885556"/>
            <a:ext cx="74065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OPTIMIZAR (MAXIMIZAR) LA FUNCIÓN LINEAL ENTERA: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383011D-1C25-390C-549E-45433FBF7862}"/>
                  </a:ext>
                </a:extLst>
              </p:cNvPr>
              <p:cNvSpPr txBox="1"/>
              <p:nvPr/>
            </p:nvSpPr>
            <p:spPr>
              <a:xfrm>
                <a:off x="2592324" y="1837944"/>
                <a:ext cx="74065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s-E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s-E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s-E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sSup>
                            <m:sSupPr>
                              <m:ctrlPr>
                                <a:rPr lang="es-ES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s-E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sSup>
                            <m:sSupPr>
                              <m:ctrlPr>
                                <a:rPr lang="es-ES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s-E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s-E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s-E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sSup>
                            <m:sSupPr>
                              <m:ctrlPr>
                                <a:rPr lang="es-ES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E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s-E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s-E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383011D-1C25-390C-549E-45433FBF7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24" y="1837944"/>
                <a:ext cx="7406515" cy="276999"/>
              </a:xfrm>
              <a:prstGeom prst="rect">
                <a:avLst/>
              </a:prstGeom>
              <a:blipFill>
                <a:blip r:embed="rId2"/>
                <a:stretch>
                  <a:fillRect t="-4444" b="-33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3AB7FDC-9F64-A9AA-4DCE-ADDC025947B7}"/>
              </a:ext>
            </a:extLst>
          </p:cNvPr>
          <p:cNvSpPr/>
          <p:nvPr/>
        </p:nvSpPr>
        <p:spPr>
          <a:xfrm>
            <a:off x="2592324" y="1728216"/>
            <a:ext cx="4539995" cy="5394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A79274D-1460-1FEE-F0D3-D3193398CCF9}"/>
              </a:ext>
            </a:extLst>
          </p:cNvPr>
          <p:cNvSpPr txBox="1"/>
          <p:nvPr/>
        </p:nvSpPr>
        <p:spPr>
          <a:xfrm>
            <a:off x="4001459" y="2320782"/>
            <a:ext cx="1475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Dimensión 2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0A9798DA-0ED8-BF07-5735-81D169B9DADA}"/>
              </a:ext>
            </a:extLst>
          </p:cNvPr>
          <p:cNvSpPr/>
          <p:nvPr/>
        </p:nvSpPr>
        <p:spPr>
          <a:xfrm>
            <a:off x="2487168" y="1600200"/>
            <a:ext cx="7406514" cy="1216138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BAC95E2-95F0-5732-13D8-3AFB1D87ED5E}"/>
                  </a:ext>
                </a:extLst>
              </p:cNvPr>
              <p:cNvSpPr txBox="1"/>
              <p:nvPr/>
            </p:nvSpPr>
            <p:spPr>
              <a:xfrm>
                <a:off x="4403399" y="2905989"/>
                <a:ext cx="38747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Dimensión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E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E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s-ES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BAC95E2-95F0-5732-13D8-3AFB1D87E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399" y="2905989"/>
                <a:ext cx="3874770" cy="369332"/>
              </a:xfrm>
              <a:prstGeom prst="rect">
                <a:avLst/>
              </a:prstGeom>
              <a:blipFill>
                <a:blip r:embed="rId3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8874D390-0ED8-EEA8-26DB-05416CA6BCF5}"/>
                  </a:ext>
                </a:extLst>
              </p:cNvPr>
              <p:cNvSpPr txBox="1"/>
              <p:nvPr/>
            </p:nvSpPr>
            <p:spPr>
              <a:xfrm>
                <a:off x="2634552" y="3246120"/>
                <a:ext cx="7111746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1800" b="1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RESTRICCIONES</a:t>
                </a:r>
                <a:r>
                  <a:rPr lang="es-ES" sz="1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s-ES" sz="1800" b="1" dirty="0">
                  <a:solidFill>
                    <a:srgbClr val="FF0000"/>
                  </a:solidFill>
                </a:endParaRPr>
              </a:p>
              <a:p>
                <a:r>
                  <a:rPr lang="es-ES" b="1" dirty="0">
                    <a:solidFill>
                      <a:srgbClr val="FF0000"/>
                    </a:solidFill>
                  </a:rPr>
                  <a:t>	 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á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𝑥𝑖𝑚𝑎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𝑐𝑖𝑡𝑎𝑐𝑖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ó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𝑎𝑑𝑚𝑖𝑠𝑖𝑏𝑙𝑒</m:t>
                    </m:r>
                  </m:oMath>
                </a14:m>
                <a:endParaRPr lang="es-ES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es-ES" dirty="0">
                    <a:solidFill>
                      <a:srgbClr val="FF0000"/>
                    </a:solidFill>
                  </a:rPr>
                  <a:t>	</a:t>
                </a:r>
                <a:r>
                  <a:rPr lang="es-ES" b="1" dirty="0">
                    <a:solidFill>
                      <a:srgbClr val="FF0000"/>
                    </a:solidFill>
                  </a:rPr>
                  <a:t> •</a:t>
                </a:r>
                <a:r>
                  <a:rPr lang="es-E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0.85</m:t>
                    </m:r>
                    <m:d>
                      <m:dPr>
                        <m:ctrlP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s-ES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es-ES" dirty="0">
                    <a:solidFill>
                      <a:srgbClr val="FF0000"/>
                    </a:solidFill>
                  </a:rPr>
                  <a:t>	</a:t>
                </a:r>
                <a:r>
                  <a:rPr lang="es-ES" b="1" dirty="0">
                    <a:solidFill>
                      <a:srgbClr val="FF0000"/>
                    </a:solidFill>
                  </a:rPr>
                  <a:t> •</a:t>
                </a:r>
                <a:r>
                  <a:rPr lang="es-ES" dirty="0">
                    <a:solidFill>
                      <a:srgbClr val="FF0000"/>
                    </a:solidFill>
                  </a:rPr>
                  <a:t> </a:t>
                </a:r>
                <a:r>
                  <a:rPr lang="es-ES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0.80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+0.70</m:t>
                    </m:r>
                    <m:sSub>
                      <m:sSubPr>
                        <m:ctrlP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𝑐𝑎𝑝𝑎𝑐𝑖𝑑𝑎𝑑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𝑎𝑠𝑖𝑠𝑡𝑒𝑛𝑐𝑖𝑎𝑙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á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𝑥𝑖𝑚𝑎</m:t>
                    </m:r>
                  </m:oMath>
                </a14:m>
                <a:endParaRPr lang="es-E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8874D390-0ED8-EEA8-26DB-05416CA6B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552" y="3246120"/>
                <a:ext cx="7111746" cy="1477328"/>
              </a:xfrm>
              <a:prstGeom prst="rect">
                <a:avLst/>
              </a:prstGeom>
              <a:blipFill>
                <a:blip r:embed="rId4"/>
                <a:stretch>
                  <a:fillRect l="-686" t="-2479" b="-578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CC04906-82F5-B391-D751-61C21EC72AF6}"/>
                  </a:ext>
                </a:extLst>
              </p:cNvPr>
              <p:cNvSpPr txBox="1"/>
              <p:nvPr/>
            </p:nvSpPr>
            <p:spPr>
              <a:xfrm>
                <a:off x="2634552" y="4865928"/>
                <a:ext cx="7111746" cy="14996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1800" b="1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CÁLCULO DEL RIESGO DE SOBRECARGA</a:t>
                </a:r>
                <a:r>
                  <a:rPr lang="es-ES" sz="1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s-ES" sz="1800" b="1" dirty="0">
                  <a:solidFill>
                    <a:srgbClr val="FF0000"/>
                  </a:solidFill>
                </a:endParaRPr>
              </a:p>
              <a:p>
                <a:r>
                  <a:rPr lang="es-ES" b="1" dirty="0">
                    <a:solidFill>
                      <a:srgbClr val="FF0000"/>
                    </a:solidFill>
                  </a:rPr>
                  <a:t>	 •</a:t>
                </a:r>
                <a14:m>
                  <m:oMath xmlns:m="http://schemas.openxmlformats.org/officeDocument/2006/math">
                    <m:r>
                      <a:rPr lang="es-E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Convolución</a:t>
                </a:r>
                <a:r>
                  <a:rPr lang="es-ES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s-E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s-E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𝐵𝑖</m:t>
                    </m:r>
                    <m:r>
                      <a:rPr lang="es-E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E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E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E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dirty="0">
                  <a:solidFill>
                    <a:srgbClr val="FF0000"/>
                  </a:solidFill>
                </a:endParaRPr>
              </a:p>
              <a:p>
                <a:r>
                  <a:rPr lang="es-ES" b="1" dirty="0">
                    <a:solidFill>
                      <a:srgbClr val="FF0000"/>
                    </a:solidFill>
                  </a:rPr>
                  <a:t>	 •</a:t>
                </a:r>
                <a14:m>
                  <m:oMath xmlns:m="http://schemas.openxmlformats.org/officeDocument/2006/math">
                    <m:r>
                      <a:rPr lang="es-E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Simulaciones por el método Montecarlo</a:t>
                </a:r>
                <a:endParaRPr lang="es-ES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s-ES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CC04906-82F5-B391-D751-61C21EC72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552" y="4865928"/>
                <a:ext cx="7111746" cy="1499641"/>
              </a:xfrm>
              <a:prstGeom prst="rect">
                <a:avLst/>
              </a:prstGeom>
              <a:blipFill>
                <a:blip r:embed="rId5"/>
                <a:stretch>
                  <a:fillRect l="-686" t="-20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>
            <a:extLst>
              <a:ext uri="{FF2B5EF4-FFF2-40B4-BE49-F238E27FC236}">
                <a16:creationId xmlns:a16="http://schemas.microsoft.com/office/drawing/2014/main" id="{2FA82C5E-AA40-649E-E189-54667440F0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935" y="6404989"/>
            <a:ext cx="1309552" cy="3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72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D325E-12DF-5588-3E72-550B9AF56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B7E6C5BB-A5E6-17F0-8D06-CD0284471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436" y="672122"/>
            <a:ext cx="7567127" cy="567534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37136F8-A6DE-6C1D-A0CF-5CE77E693DA5}"/>
              </a:ext>
            </a:extLst>
          </p:cNvPr>
          <p:cNvSpPr txBox="1"/>
          <p:nvPr/>
        </p:nvSpPr>
        <p:spPr>
          <a:xfrm>
            <a:off x="554919" y="48867"/>
            <a:ext cx="7077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MÉTODO DEL SIMPLEX (George Dantzig, 1947)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9886BD5-C2FE-230D-5D71-4B48679F30DF}"/>
              </a:ext>
            </a:extLst>
          </p:cNvPr>
          <p:cNvCxnSpPr/>
          <p:nvPr/>
        </p:nvCxnSpPr>
        <p:spPr>
          <a:xfrm>
            <a:off x="511133" y="99523"/>
            <a:ext cx="0" cy="25827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6ABAAC8-9348-B56F-E610-F39ECBB28C0C}"/>
              </a:ext>
            </a:extLst>
          </p:cNvPr>
          <p:cNvCxnSpPr/>
          <p:nvPr/>
        </p:nvCxnSpPr>
        <p:spPr>
          <a:xfrm>
            <a:off x="161961" y="510532"/>
            <a:ext cx="80852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2FEA8958-A8CC-D975-6DE1-7D059CA47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935" y="6404989"/>
            <a:ext cx="1309552" cy="3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4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C13F2-E882-224C-DB39-61DAC42D1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1639786-4EFC-1A73-32EC-5EA19C2C30BA}"/>
              </a:ext>
            </a:extLst>
          </p:cNvPr>
          <p:cNvSpPr txBox="1"/>
          <p:nvPr/>
        </p:nvSpPr>
        <p:spPr>
          <a:xfrm>
            <a:off x="554919" y="48867"/>
            <a:ext cx="7836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MÉTODO MONTECARLO (John von Neuman, 1944)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AFEF63B-BBBA-A372-C68E-2FB6A8E56FB8}"/>
              </a:ext>
            </a:extLst>
          </p:cNvPr>
          <p:cNvCxnSpPr/>
          <p:nvPr/>
        </p:nvCxnSpPr>
        <p:spPr>
          <a:xfrm>
            <a:off x="511133" y="99523"/>
            <a:ext cx="0" cy="25827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A5AFF8D-D9DD-2A97-847A-0649EA22353C}"/>
              </a:ext>
            </a:extLst>
          </p:cNvPr>
          <p:cNvCxnSpPr/>
          <p:nvPr/>
        </p:nvCxnSpPr>
        <p:spPr>
          <a:xfrm>
            <a:off x="161961" y="510532"/>
            <a:ext cx="80852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8061ABC4-9835-2798-CC0D-226B68A7D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870" y="1110998"/>
            <a:ext cx="10226259" cy="463600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A5536B5-52E3-DABE-406D-7E8E851A6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935" y="6404989"/>
            <a:ext cx="1309552" cy="3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047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8B4348D-3F02-7807-EF7E-A163E4D07911}"/>
              </a:ext>
            </a:extLst>
          </p:cNvPr>
          <p:cNvSpPr txBox="1"/>
          <p:nvPr/>
        </p:nvSpPr>
        <p:spPr>
          <a:xfrm>
            <a:off x="554919" y="48867"/>
            <a:ext cx="26645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01B5DDC-B6D3-E9C1-F4ED-7343AF513B94}"/>
              </a:ext>
            </a:extLst>
          </p:cNvPr>
          <p:cNvCxnSpPr/>
          <p:nvPr/>
        </p:nvCxnSpPr>
        <p:spPr>
          <a:xfrm>
            <a:off x="511133" y="99523"/>
            <a:ext cx="0" cy="25827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6773576-36B7-C8B0-BF53-32E495789995}"/>
              </a:ext>
            </a:extLst>
          </p:cNvPr>
          <p:cNvCxnSpPr/>
          <p:nvPr/>
        </p:nvCxnSpPr>
        <p:spPr>
          <a:xfrm>
            <a:off x="161961" y="510532"/>
            <a:ext cx="80852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56AA14E-AE12-FBF6-02D7-29DC0AA9F444}"/>
              </a:ext>
            </a:extLst>
          </p:cNvPr>
          <p:cNvSpPr txBox="1"/>
          <p:nvPr/>
        </p:nvSpPr>
        <p:spPr>
          <a:xfrm>
            <a:off x="888877" y="751344"/>
            <a:ext cx="1041424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1)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 modelo propuesto ofrece una forma eficaz y segura de compensar el ausentismo causante de la paradoja de un incremento de las demoras con infrautilización de los recursos disponibles (!?) en las agendas de una UPCM.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2) Se trata de un modelo trasparente, reproducible y consistente con los datos disponibles.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3) Su sencillez representan una ventaja frente a otros métodos de modelización (</a:t>
            </a:r>
            <a:r>
              <a:rPr lang="es-ES" i="1" dirty="0" err="1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random forest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machine learning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…). Lo que permite su utilización por los gestores de agendas de una UPCM, siendo además adaptable a los recursos disponibles (cuanto mayor sean los recursos, mayor la calidad de datos y la precisión del modelo).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4) Otra ventaja (un gran inconveniente en el análisis matemático convencional) es el sobreajuste del modelo a los datos de cada UPCM, dada la enorme variabilidad constatable entre las poblaciones diana de cada UPCM a lo largo de la Comunitat Valenciana.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5) La exportación del modelo, dado su formato algebraico, es perfectamente exportable a una aplicación informática con un entorno IDE “amigable” para el nivel usuario del personal encargado de la gestión de las agendas de las UPCM.</a:t>
            </a:r>
          </a:p>
          <a:p>
            <a:r>
              <a:rPr lang="es-ES" sz="1800" dirty="0">
                <a:solidFill>
                  <a:schemeClr val="tx1"/>
                </a:solidFill>
              </a:rPr>
              <a:t>       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7D6C2A0-E42D-F04D-0C61-AE3A57975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935" y="6404989"/>
            <a:ext cx="1309552" cy="3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74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825" y="2110650"/>
            <a:ext cx="3523517" cy="2636699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4445339" y="5258732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MUCHAS GRACIAS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6BDB32-CF6F-F253-BCBE-D4BE194F515B}"/>
              </a:ext>
            </a:extLst>
          </p:cNvPr>
          <p:cNvSpPr txBox="1"/>
          <p:nvPr/>
        </p:nvSpPr>
        <p:spPr>
          <a:xfrm>
            <a:off x="1099566" y="643258"/>
            <a:ext cx="98549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Mide lo que se pueda medir; y </a:t>
            </a:r>
            <a:r>
              <a:rPr lang="es-ES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 que no hazlo medible.</a:t>
            </a:r>
          </a:p>
          <a:p>
            <a:pPr algn="r"/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(¿Galileo Galilei?,</a:t>
            </a:r>
            <a:r>
              <a:rPr lang="es-E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siglo</a:t>
            </a: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XVI-XVII).  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74D08C7-BE65-C331-F766-E869BA546D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935" y="6404989"/>
            <a:ext cx="1309552" cy="3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040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Figuras</Template>
  <TotalTime>727</TotalTime>
  <Words>847</Words>
  <Application>Microsoft Office PowerPoint</Application>
  <PresentationFormat>Panorámica</PresentationFormat>
  <Paragraphs>113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9" baseType="lpstr">
      <vt:lpstr>Aptos</vt:lpstr>
      <vt:lpstr>Aptos Display</vt:lpstr>
      <vt:lpstr>Arial</vt:lpstr>
      <vt:lpstr>Arial MT</vt:lpstr>
      <vt:lpstr>Calibri</vt:lpstr>
      <vt:lpstr>Calibri Light</vt:lpstr>
      <vt:lpstr>Cambria Math</vt:lpstr>
      <vt:lpstr>Times New Roman</vt:lpstr>
      <vt:lpstr>Tema de Office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Universitat Jaume 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ALCOBILLA FERRARA, EDUARDO</dc:creator>
  <cp:lastModifiedBy>ALCOBILLA FERRARA, EDUARDO</cp:lastModifiedBy>
  <cp:revision>4</cp:revision>
  <dcterms:created xsi:type="dcterms:W3CDTF">2026-06-15T15:44:56Z</dcterms:created>
  <dcterms:modified xsi:type="dcterms:W3CDTF">2026-06-20T16:50:42Z</dcterms:modified>
</cp:coreProperties>
</file>